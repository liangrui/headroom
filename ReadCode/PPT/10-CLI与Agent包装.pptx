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2743200"/>
            <a:ext cx="1828800" cy="50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CLI 与 Agent 包装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97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Microsoft YaHei"/>
              </a:defRPr>
            </a:pPr>
            <a:r>
              <a:t>Headroom 项目代码深度分析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一、总——概述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Headroom 的 CLI 层是用户与系统交互的入口，而 Agent 包装机制则是将 Headroom 的优化能力无缝注入各类编码代理的关键桥梁。整个 CLI 子系统基于 Python click 框架构建，采用 @click.group + @click.command 的多级命令结构，将 proxy、wrap、mcp、memory、learn、init、install、perf、evals、tools 等十余个子命令组织为统一的命令树。Agent 包装则通过 headroom wrap  命令，在后台启动代理子进程并自动配置环境变量，使 Claude Code、GitHub Copilot、Codex、Aider、Cursor、OpenClaw 等代理的流量透明地流经 Headroom 代理，实现上下文压缩、缓存优化和记忆注入。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图 10-1：CLI 与 Agent 包装思维导图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图 10-2：CLI 命令分发流程图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2926080"/>
            <a:ext cx="13716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二、分——详细分析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2.1 CLI 框架 — 图表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classDiagram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class main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+click.group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+get_version() str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+_register_commands()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+_apply_help_aliases(command)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class proxy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+40+ Click 选项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+构建 ProxyConfig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+启动 run_server()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class wrap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+_start_proxy()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+_setup_rtk()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+_setup_lean_ctx_agent()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+_setup_headroom_mcp()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+_setup_code_graph()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class mcp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+install()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+uninstall()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+status()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+serve()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class init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+claude()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+copilot()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+codex()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+openclaw()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+hook_ensure()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class memory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+list()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+show()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+stats()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+edit()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+delete()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+export()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+import()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... (共 79 行)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2.1 CLI 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2.1.1 入口与命令注册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Headroom 的 CLI 入口定义在 main.py 中，使用 @click.group 装饰器创建顶层命令组：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@click.group(context_settings=CLI_CONTEXT_SETTINGS)</a:t>
            </a:r>
            <a:br/>
            <a:r>
              <a:t>@click.version_option(get_version(), "--version", "-v", prog_name="headroom")</a:t>
            </a:r>
            <a:br/>
            <a:r>
              <a:t>@click.pass_context</a:t>
            </a:r>
            <a:br/>
            <a:r>
              <a:t>def main(ctx: click.Context) -&gt; None:</a:t>
            </a:r>
            <a:br/>
            <a:r>
              <a:t>    """Headroom - The Context Optimization Layer for LLM Applications."""</a:t>
            </a:r>
            <a:br/>
            <a:r>
              <a:t>    ctx.ensure_object(dict)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关键设计要点：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延迟导入：_register_commands() 通过延迟导入各子模块（evals, init, install, learn, mcp, perf, proxy, tools, wrap），避免循环依赖并加速启动。Memory 模块因依赖 numpy/hnswlib 而被标记为可选导入。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帮助别名：_apply_help_aliases() 递归遍历命令树，确保 -? 在所有层级均可用，提升用户体验。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上下文设置：CLI_CONTEXT_SETTINGS = {"help_option_names": ["--help", "-?"]} 统一配置帮助选项。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图 10-3：CLI 命令类图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2.1.2 Proxy 命令——40+ 选项的巨型配置器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proxy.py 是 CLI 中最复杂的命令，拥有超过 40 个 Click 选项，覆盖代理服务器的方方面面：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选项类别 | 代表性选项 | 说明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网络配置 | --host, --port, --workers | 绑定地址、端口和工作进程数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优化模式 | `--mode [token\ | cache]` | token 优先压缩或 cache 优先缓存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内存系统 | --memory, --memory-storage, -- | 记忆系统开关、存储策略和检索数量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流量学习 | --learn, --min-evidence | 实时流量学习与最小证据阈值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后端配置 | --backend, --anyllm-provider,  | API 后端选择与区域配置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  ... 共 8 行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Proxy 命令的核心流程是将所有 Click 选项汇聚为 ProxyConfig 数据类，然后调用 run_server(config) 启动 Uvicorn 服务器。启动后会打印详细的横幅信息，包括路由表、内存状态、扩展状态等：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config = ProxyConfig(</a:t>
            </a:r>
            <a:br/>
            <a:r>
              <a:t>    host=host, port=port,</a:t>
            </a:r>
            <a:br/>
            <a:r>
              <a:t>    mode=effective_mode,</a:t>
            </a:r>
            <a:br/>
            <a:r>
              <a:t>    optimize=not no_optimize,</a:t>
            </a:r>
            <a:br/>
            <a:r>
              <a:t>    memory_enabled=False if is_stateless else (memory or (learn and not no_learn)),</a:t>
            </a:r>
            <a:br/>
            <a:r>
              <a:t>    backend=backend,</a:t>
            </a:r>
            <a:br/>
            <a:r>
              <a:t>    ...</a:t>
            </a:r>
            <a:br/>
            <a:r>
              <a:t>) 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2.2 Agent 包装 — 图表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sequenceDiagram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User as 用户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Wrap as wrap 命令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Proxy as 代理子进程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MCP as MCP 注册器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CTX as 上下文工具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Agent as 目标代理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User-&gt;&gt;Wrap: headroom wrap claude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Wrap-&gt;&gt;Wrap: 检测可用端口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Wrap-&gt;&gt;Proxy: _start_proxy(port, ...)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Note over Proxy: subprocess.Popen&lt;br/&gt;后台启动代理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Wrap-&gt;&gt;Wrap: 等待代理就绪 (最多45秒)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Proxy--&gt;&gt;Wrap: 代理就绪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alt 上下文工具 = rtk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Wrap-&gt;&gt;CTX: _setup_rtk()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CTX--&gt;&gt;Wrap: rtk 安装并注册 hooks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else 上下文工具 = lean-ctx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Wrap-&gt;&gt;CTX: _setup_lean_ctx_agent(agent)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CTX--&gt;&gt;Wrap: lean-ctx 配置完成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Wrap-&gt;&gt;MCP: _setup_headroom_mcp(registrar, port)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MCP--&gt;&gt;Wrap: MCP 服务器注册完成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opt --code-graph 启用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Wrap-&gt;&gt;Wrap: _setup_code_graph()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Note over Wrap: 下载 codebase-memory-mcp&lt;br/&gt;注册 MCP 服务器&lt;br/&gt;索引当前项目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Wrap-&gt;&gt;Agent: 启动目标代理 (带环境变量)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Note over Agent: ANTHROPIC_BASE_URL=http://127.0.0.1:{port}&lt;br/&gt;代理流量流经 Headroom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Agent--&gt;&gt;User: 代理运行中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Note over User,Agent: Ctrl+C 退出时&lt;br/&gt;Wrap 清理子进程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2.2 Agent 包装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def _start_proxy(port, *, learn=False, memory=False, agent_type="unknown",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     code_graph=False, backend=None, ...) -&gt; subprocess.Popen: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cmd = [sys.executable, "-m", "headroom.cli", "proxy", "--port", str(port)]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if learn: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cmd.append("--learn")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if memory: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cmd.append("--memory")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if code_graph: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cmd.append("--code-graph")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log_path = _get_log_path()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log_file = open(log_path, "a")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proc = subprocess.Popen(cmd, stdout=log_file, stderr=log_file,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                env=proxy_env, start_new_session=os.name == "posix")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# 等待代理就绪（最多45秒）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for _i in range(45):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time.sleep(1)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if _check_proxy(port):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return proc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2.2 Agent 包装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2.2.1 Wrap 命令核心流程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wrap.py 实现了 headroom wrap  命令，这是用户最常用的入口之一。其核心流程为：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图 10-4：Agent 包装时序图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2.2.2 代理子进程启动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_start_proxy() 函数负责在后台启动 Headroom 代理子进程：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关键设计：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日志重定向：代理日志写入 ~/.headroom/logs/proxy.log，避免管道缓冲区死锁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进程隔离：POSIX 系统使用 start_new_session=True 创建新会话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健康检查：通过 TCP 连接检测代理是否就绪，最多等待 45 秒（ML 组件加载可能需要 20-30 秒）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标志转发：--learn、--memory、--code-graph、--backend 等标志透明转发给代理子进程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2.2.3 上下文工具配置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Wrap 命令支持两种上下文工具，通过 HEADROOM_CONTEXT_TOOL 环境变量选择：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RTK (Rust Token Killer)：默认工具，通过 _setup_rtk() 安装并注册 Claude hooks。RTK 通过拦截和压缩 shell 命令输出（如 git status、pytest 等）来节省 token。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lean-ctx：通过 _setup_lean_ctx_agent() 配置，支持多种代理的轻量级上下文管理。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RTK 的指令注入采用标记化方式，将使用说明写入 AGENTS.md 或 .cursorrules：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RTK_INSTRUCTIONS_BLOCK = """\</a:t>
            </a:r>
            <a:br/>
            <a:r>
              <a:t>&lt;!-- headroom:rtk-instructions --&gt;</a:t>
            </a:r>
            <a:br/>
            <a:r>
              <a:t># RTK (Rust Token Killer) - Token-Optimized Commands</a:t>
            </a:r>
            <a:br/>
            <a:r>
              <a:t>When running shell commands, **always prefix with `rtk`**.</a:t>
            </a:r>
            <a:br/>
            <a:r>
              <a:t>...</a:t>
            </a:r>
            <a:br/>
            <a:r>
              <a:t>&lt;!-- /headroom:rtk-instructions --&gt;</a:t>
            </a:r>
            <a:br/>
            <a:r>
              <a:t>"""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2.2.4 MCP 服务器注册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_setup_headroom_mcp() 将 Headroom 的 MCP 服务器注册到目标代理中，使代理能够调用 headroom_retrieve 工具来检索被压缩的内容：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def _setup_headroom_mcp(registrar, port, *, verbose=False, force=False):</a:t>
            </a:r>
            <a:br/>
            <a:r>
              <a:t>    if not registrar.detect():</a:t>
            </a:r>
            <a:br/>
            <a:r>
              <a:t>        return</a:t>
            </a:r>
            <a:br/>
            <a:r>
              <a:t>    proxy_url = f"http://127.0.0.1:{port}"</a:t>
            </a:r>
            <a:br/>
            <a:r>
              <a:t>    spec = build_headroom_spec(proxy_url)</a:t>
            </a:r>
            <a:br/>
            <a:r>
              <a:t>    result = registrar.register_server(spec, force=force)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该函数是通用的——ClaudeRegistrar、CodexRegistrar 及任何未来的代理注册器都走同一路径。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2.2.5 代码图设置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_setup_code_graph() 安装并配置 codebase-memory-mcp，为代理提供代码结构查询能力：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下载 codebase-memory-mcp 二进制文件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通过 claude mcp add 注册为 MCP 服务器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索引当前项目（快速幂等操作，约 1 秒）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2.3 Provider 包装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Wrap 命令为每种代理提供了专门的 Provider 包装逻辑，负责构建正确的环境变量和启动参数：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代理 | Provider 模块 | 环境变量注入 | 特殊处理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Claude Code | providers.claude | ANTHROPIC_BASE_URL | RTK hooks 注册/清理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GitHub Copilot | providers.copilot | COPILOT_API_URL | OAuth 认证检测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Codex | providers.codex | OPENAI_BASE_URL | config.toml 注入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Aider | providers.aider | 多个 API key 变量 | 模型映射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Cursor | providers.cursor | 配置说明输出 | 无自动注入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  ... 共 6 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MCP 命令组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flowchart LR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subgraph MCP 命令组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A[mcp install] --&gt; B[install_everywhere]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C[mcp uninstall] --&gt; D[claude mcp remove]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E[mcp status] --&gt; F[检查 SDK/配置/连通性]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G[mcp serve] --&gt; H[create_ccr_mcp_server]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B --&gt; B1[遍历所有注册器]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B1 --&gt; B2[检测代理安装]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B2 --&gt; B3[注册 MCP 服务器]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D --&gt; D1[移除 claude CLI 注册]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D --&gt; D2[移除 mcp.json 条目]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D --&gt; D3[移除 codebase-memory-mcp]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H --&gt; H1[stdio 传输]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H1 --&gt; H2[headroom_retrieve 工具]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H1 --&gt; H3[headroom_compress 工具]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H1 --&gt; H4[headroom_stats 工具]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2.4 MCP 安装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mcp.py 提供了 MCP 服务器的完整生命周期管理：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图 10-5：MCP 命令流程图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MCP 服务的核心是 CCR（Compress-Cache-Retrieve）模式：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代理压缩大型 tool_result 载荷，输出 [Retrieve more: hash=...] 标记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当代理需要完整内容时，调用 headroom_retrieve 工具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MCP 服务器从代理获取原始内容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mcp serve 命令使用 stdio 传输，由 Claude Code 自动调用：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@mcp.command("serve")</a:t>
            </a:r>
            <a:br/>
            <a:r>
              <a:t>def mcp_serve(proxy_url, direct, debug):</a:t>
            </a:r>
            <a:br/>
            <a:r>
              <a:t>    server = create_ccr_mcp_server(proxy_url=effective_proxy_url)</a:t>
            </a:r>
            <a:br/>
            <a:r>
              <a:t>    async def run():</a:t>
            </a:r>
            <a:br/>
            <a:r>
              <a:t>        await server.run_stdio()</a:t>
            </a:r>
            <a:br/>
            <a:r>
              <a:t>        await server.cleanup()</a:t>
            </a:r>
            <a:br/>
            <a:r>
              <a:t>    asyncio.run(run())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2.5 Init 系统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def _ensure_claude_hooks(path, profile, port):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payload = _json_file(path)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env_map = dict(payload.get("env") or {})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env_map["ANTHROPIC_BASE_URL"] = f"http://127.0.0.1:{port}"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payload["env"] = env_map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hooks = dict(payload.get("hooks") or {})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command = _hook_command("--profile", profile)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for event, matcher in (("SessionStart", "startup|resume"),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               ("PreToolUse", _powershell_matcher())):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# 注入 headroom hook，保留已有 hooks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...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payload["hooks"] = hooks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_write_json(path, payload)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2.5 Init 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init.py 提供了持久化的代理初始化能力，与 wrap 的一次性包装不同，init 将配置写入代理的持久化配置文件：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Init 系统的核心概念：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Profile：每个初始化配置对应一个 profile（init-user 为全局，init-{slug}-{hash} 为项目级）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Hook 注入：向 Claude/Copilot/Codex 的配置文件注入 headroom init hook ensure 命令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Manifest 管理：使用 DeploymentManifest 跟踪部署状态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幂等性：所有操作都是幂等的，重复执行不会产生副作用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2.6 Perf 与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Perf 性能分析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perf.py 从代理日志中提取性能数据：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@main.command()</a:t>
            </a:r>
            <a:br/>
            <a:r>
              <a:t>@click.option("--hours", default=168.0, help="分析最近 N 小时的日志")</a:t>
            </a:r>
            <a:br/>
            <a:r>
              <a:t>@click.option("--raw", is_flag=True, help="显示原始 PERF 记录")</a:t>
            </a:r>
            <a:br/>
            <a:r>
              <a:t>def perf(hours, raw):</a:t>
            </a:r>
            <a:br/>
            <a:r>
              <a:t>    report = parse_log_files(last_n_hours=hours)</a:t>
            </a:r>
            <a:br/>
            <a:r>
              <a:t>    if raw:</a:t>
            </a:r>
            <a:br/>
            <a:r>
              <a:t>        for r in report.perf_records:</a:t>
            </a:r>
            <a:br/>
            <a:r>
              <a:t>            click.echo(f"{r.timestamp} {r.request_id} model={r.model} ...") ...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报告包含：token 节省率、缓存命中率、转换分解、TOIN 学习状态和可操作建议。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Tools 工具管理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tools.py 管理三个捆绑的 CLI 工具：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命令 | 工具 | 用途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headroom sg | ast-grep | AST 感知的结构化搜索/替换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headroom diff | difftastic | 结构化差异比较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headroom loc | scc | 快速代码行数统计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直通命令使用 os.execv 替换当前进程（POSIX），确保正确的信号处理和 fd/pty 透传：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def _exec_tool(tool, argv):</a:t>
            </a:r>
            <a:br/>
            <a:r>
              <a:t>    path = binaries.resolve(tool)</a:t>
            </a:r>
            <a:br/>
            <a:r>
              <a:t>    cmd = [str(path), *argv]</a:t>
            </a:r>
            <a:br/>
            <a:r>
              <a:t>    if not _is_windows():</a:t>
            </a:r>
            <a:br/>
            <a:r>
              <a:t>        os.execv(cmd[0], cmd)  # 永不返回</a:t>
            </a:r>
            <a:br/>
            <a:r>
              <a:t>    else:</a:t>
            </a:r>
            <a:br/>
            <a:r>
              <a:t>        completed = subprocess.run(cmd, check=False)</a:t>
            </a:r>
            <a:br/>
            <a:r>
              <a:t>        sys.exit(completed.returncode)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管理命令包括 tools list（显示注册表）、tools doctor（诊断状态）和 tools install（预取二进制文件）。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三、总——总结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图 10-6：CLI 与 Agent 包装协作图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Headroom 的 CLI 与 Agent 包装层体现了以下核心设计思想：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透明代理：通过环境变量注入（ANTHROPIC_BASE_URL、OPENAI_BASE_URL 等），使代理流量透明流经 Headroom，无需修改代理代码。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渐进式集成：从最简单的 wrap（一次性包装）到 init（持久化初始化）再到 install（持久化部署），用户可以按需选择集成深度。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多代理统一：通过 Provider 抽象和 MCP 注册器模式，同一套 CLI 可以服务于 Claude Code、Copilot、Codex 等多种代理，新增代理只需实现对应的 Provider 和 Registrar。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幂等安全：所有配置操作（hook 注入、MCP 注册、config 修改）都是幂等的，重复执行不会产生副作用，且使用标记（marker）机制精确识别 Headroom 管理的配置块。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工具生态：捆绑的 ast-grep、difftastic、scc 工具通过 os.execv 透传，既保持了原生工具的完整功能，又通过 binaries 模块实现了跨平台的二进制管理。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
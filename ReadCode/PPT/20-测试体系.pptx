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第20篇：测试体系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Headroom 项目代码深度分析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一、总述：Headroom 测试体系概览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项目构建了一个多层次、多维度的测试体系，从单元测试到端到端验证，从基准测试到奇偶校验，形成了完整的质量保障网络。该体系的核心设计原则是：压缩可验证、奇偶可校验、性能可度量、回归可检测。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测试体系覆盖五个层级：单元/集成测试（pytest）、端到端测试（e2e/wrap）、基准测试（benchmarks）、评估框架（evals）、奇偶校验（parity）。每一层都有独立的运行入口和验收标准，共同确保 Headroom 在压缩质量、性能开销和跨语言一致性上的可靠性。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二、分述：测试架构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2.1 测试基础设施：conftest.py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conftest.py 是整个测试体系的基础设施层，提供了共享的 fixture、工具函数和测试配置。它定义了测试运行时的环境搭建逻辑，包括：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代理服务 fixture：自动启动/停止 Headroom 代理实例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模拟上游服务：提供可预测的响应，避免依赖外部 API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临时目录管理：每个测试用例运行在隔离的文件系统环境中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环境变量注入：确保测试环境与生产环境的一致性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2.2 测试分层架构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的测试遵循经典测试金字塔模型，但在压缩系统的特殊性上做了针对性设计：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层级 | 工具 | 覆盖范围 | 运行频率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单元测试 | pytest | 单个压缩器、工具函数 | 每次提交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集成测试 | pytest + httpx | 管线、代理+压缩器 | 每次提交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奇偶校验 | cargo test | Rust vs Python 一致性 | 每次提交（目标）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E2E测试 | Python subprocess | 完整代理+工具链 | CI Docker阶段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基准测试 | 自定义脚本 | 压缩率、延迟 | 手动/发布前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6 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三、分述：单元/集成测试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3.1 CCR 测试：test_ccr.py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test_ccr.py 验证 CCR（Compress-Cache-Retrieve）系统的核心功能：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压缩存储：验证原始内容可被正确存储和检索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哈希键生成：确保相同输入产生相同哈希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TTL 过期：验证缓存条目的自动过期机制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检索 API：测试 /v1/retrieve 端点的正确性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工具注入：验证 ccr_retrieve 工具的正确注入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3.2 压缩 API 测试：test_compress_api.py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test_compress_api.py 覆盖了 /v1/compress 端点的各种场景：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JSON 数组压缩：验证 SmartCrusher 对不同结构 JSON 的处理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纯文本压缩：测试非 JSON 内容的压缩行为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空输入处理：确保边界条件的优雅降级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大负载处理：验证大规模输入的压缩性能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3.3 管线测试：test_pipeline.py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test_pipeline.py 验证完整的压缩管线行为：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管线顺序：CacheAligner → SmartCrusher → RollingWindow 的执行顺序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组合效果：多个变换器的协同工作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旁路逻辑：当压缩不适用时的正确旁路行为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幂等性：重复压缩不改变结果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3.4 代理 CCR 测试：test_proxy_ccr.py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test_proxy_ccr.py 验证代理层面的 CCR 集成：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请求拦截：代理正确拦截需要压缩的请求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工具注入透传：ccr_retrieve 工具通过代理正确注入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响应处理：代理正确处理 CCR 工具调用响应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3.5 无损压缩测试：test_smart_crusher_lossless_default.py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核心断言模式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test_smart_crusher_preserves_errors():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"""错误项必须被保留，无论压缩策略如何"""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input_data = [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{"status": "ok", "value": 1},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{"status": "error", "message": "connection refused"},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{"status": "ok", "value": 2},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result = SmartCrusher().crush(input_data)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error_items = [item for item in result if item.get("status") == "error"]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assert len(error_items) &gt; 0, "Error items must be preserved"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3.5 无损压缩测试：test_smart_crusher_lossless_default.py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test_smart_crusher_lossless_default.py 是 Headroom 测试体系中最关键的测试之一，验证 SmartCrusher 的无损默认行为：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3.6 差异压缩奇偶测试：test_diff_compressor_rust_parity.py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test_diff_compressor_rust_parity.py 验证 DiffCompressor 的 Rust 实现与 Python 实现的一致性，是奇偶校验体系的关键组成部分。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四、分述：E2E 测试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4.1 E2E 测试框架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sequenceDiagram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Runner as E2E Runner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Mock as MockOpenAIServer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Proxy as Headroom Proxy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Shim as Tool Shim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Runner-&gt;&gt;Mock: 启动模拟服务器 (port 19001)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Runner-&gt;&gt;Shim: 创建工具Shim (claude/codex/aider)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Note over Runner: verify_proxy_round_trip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Runner-&gt;&gt;Proxy: 启动代理 (port 28887)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Runner-&gt;&gt;Proxy: GET /health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Proxy--&gt;&gt;Runner: 200 OK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Runner-&gt;&gt;Proxy: GET /v1/models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Proxy-&gt;&gt;Mock: 转发请求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Mock--&gt;&gt;Proxy: 模型列表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Proxy--&gt;&gt;Runner: 模型列表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Runner-&gt;&gt;Proxy: POST /v1/chat/completions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Proxy-&gt;&gt;Mock: 转发请求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Mock--&gt;&gt;Proxy: 模拟完成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Proxy--&gt;&gt;Runner: 模拟完成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Note over Runner: verify_codex_wrap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Runner-&gt;&gt;Proxy: headroom wrap codex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Proxy-&gt;&gt;Shim: 执行codex shim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Shim-&gt;&gt;Proxy: 探测 /v1/models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Shim-&gt;&gt;Proxy: POST /v1/chat/completions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Proxy-&gt;&gt;Mock: 转发请求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Mock--&gt;&gt;Proxy: 模拟完成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Proxy--&gt;&gt;Shim: 完成响应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Shim--&gt;&gt;Runner: 记录探测结果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Note over Runner: 验证探测结果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Runner-&gt;&gt;Runner: 断言 OPENAI_BASE_URL 指向代理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Runner-&gt;&gt;Runner: 断言 chat_completion 内容正确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Runner-&gt;&gt;Runner: 断言 Headroom 统计中包含请求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4.1 E2E 测试框架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e2e/wrap/run.py 是一个 900+ 行的端到端测试框架，在 Docker 容器中验证 Headroom 的完整工具链集成。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4.2 MockOpenAIServer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MockOpenAIHandler(BaseHTTPRequestHandler):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do_GET(self):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self.path == "/v1/models":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self._write_json(200,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"object": "list",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"data": [{"id": "gpt-4o-mini", "object": "model"}]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})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do_POST(self):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self.path == "/v1/chat/completions":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self._write_json(200,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"id": "chatcmpl-e2e",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"choices": [{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    "message": {"content": "mock completion from upstream"}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}]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})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4.2 MockOpenAIServer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E2E 测试的核心是 MockOpenAIServer——一个轻量级的 HTTP 服务器，模拟 OpenAI API 的行为：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4.3 工具 Shim 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E2E 测试使用 Shim 替代真实的 CLI 工具，每个 Shim 记录调用参数和探测结果：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Shim | 验证内容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claude | ANTHROPIC_BASE_URL 指向代理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codex | OPENAI_BASE_URL 指向代理 + 完整请求链路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aider | OPENAI_API_BASE + ANTHROPIC_BA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cursor | .cursorrules 文件创建 + RTK 标记注入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cline | .clinerules 文件创建 + --prepare-o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8 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4.4 OpenClaw 插件 E2E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verify_openclaw_wrap(base_env, project_dir, plugin_dir):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1. 构建本地 SDK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run(["npm", "install"], cwd=sdk_dir)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run(["npm", "run", "build"], cwd=sdk_dir)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run(["npm", "pack"], cwd=sdk_dir)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2. 安装插件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run(["headroom", "wrap", "openclaw", "--plugin-path", str(plugin_dir)])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3. 验证插件配置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state = json.loads(config_path.read_text())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assert state["plugins"]["entries"]["headroom"]["enabled"] is True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assert state["plugins"]["slots"]["contextEngine"] == "headroom"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4. 验证 unwrap 恢复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run(["headroom", "unwrap", "openclaw"])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state = json.loads(config_path.read_text())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assert state["plugins"]["slots"]["contextEngine"] == "legacy"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4.4 OpenClaw 插件 E2E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OpenClaw 的 E2E 测试最为复杂，涉及 TypeScript SDK 构建、插件编译和网关启动：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五、分述：基准测试与评估框架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5.1 压缩基准测试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compression_benchmark.py 测量 Headroom 在不同内容类型上的压缩效果：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JSON 数组：不同大小（10/100/1000 项）的字典数组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日志输出：pytest、npm、cargo 等构建日志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搜索结果：模拟搜索 API 返回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Diff 输出：Git diff 格式内容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混合内容：多类型组合场景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5.2 延迟基准测试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bench_latency.py 测量压缩的端到端延迟影响：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冷启动延迟：首次压缩的额外开销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稳态延迟：连续压缩的平均延迟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P50/P95/P99：延迟分布统计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净延迟分析：压缩节省的传输时间 vs 压缩计算时间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5.3 评估框架核心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@dataclass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EvalCase: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"""Single evaluation case."""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id: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context: str           # 待压缩的上下文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query: str             # 用户查询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ground_truth: str | None  # 期望答案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metadata: dict[str, Any] = field(default_factory=dict)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@dataclass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EvalSuite: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"""Collection of evaluation cases."""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name: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cases: list[EvalCase]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run(self, compressor, tokenizer) -&gt; EvalResult: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"""Run all cases through a compressor and evaluate."""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5.3 评估框架核心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evals/core.py 定义了评估系统的核心数据结构：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5.4 评估指标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evals/metrics.py 定义了压缩质量的量化指标：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指标 | 计算方式 | 意义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compression_ratio | compressed_tokens / original_t | 压缩率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information_retention | answerable_questions / total_q | 信息保留率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retrieval_accuracy | correct_retrievals / total_ret | CCR 检索准确率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latency_overhead_ms | compressed_latency - baseline_ | 延迟开销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RAG["RAG/检索"]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flowchart LR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RAG["RAG/检索"]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A1[HotpotQA]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A2[Natural Questions]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A3[TriviaQA]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A4[MS MARCO]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A5[SQuAD]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Long["长上下文"]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B1[LongBench]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B2[NarrativeQA]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Tool["工具使用"]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C1[BFCL]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C2[ToolBench]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Code["代码"]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D1[CodeSearchNet]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D2[HumanEval]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Custom["内置样本"]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E1[GitHub API]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E2[K8s Events]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E3[Python Traceback]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E4[DB Query]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E5[Metrics API]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E6[Git Log]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E7[AWS EC2]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E8[Complex API]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RAG --&gt; Eval[EvalSuite]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Long --&gt; Eval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Tool --&gt; Eval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Code --&gt; Eval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Custom --&gt; Eval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5.5 评估数据集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evals/datasets.py 提供了丰富的评估数据集，覆盖5大类别：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数据集注册表提供了统一入口：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DATASET_REGISTRY = {</a:t>
            </a:r>
            <a:br/>
            <a:r>
              <a:t>    "hotpotqa": {"loader": load_hotpotqa, "category": "rag"},</a:t>
            </a:r>
            <a:br/>
            <a:r>
              <a:t>    "natural_questions": {"loader": load_natural_questions, "category": "rag"},</a:t>
            </a:r>
            <a:br/>
            <a:r>
              <a:t>    "bfcl": {"loader": load_bfcl, "category": "tool_use"},</a:t>
            </a:r>
            <a:br/>
            <a:r>
              <a:t>    "codesearchnet": {"loader": load_codesearchnet, "category": "code"},</a:t>
            </a:r>
            <a:br/>
            <a:r>
              <a:t>    "tool_outputs": {"loader": load_tool_output_samples, "category": "tool_use"},</a:t>
            </a:r>
            <a:br/>
            <a:r>
              <a:t>    # ... 更多数据集</a:t>
            </a:r>
            <a:br/>
            <a:r>
              <a:t>}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六、分述：奇偶校验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Recording["录制阶段"]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flowchart TD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Recording["录制阶段"]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R1[Monkey-patch&lt;br/&gt;Phase-1 变换器] --&gt; R2[运行合成工作负载]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R2 --&gt; R3[捕获 input/config/output&lt;br/&gt;三元组]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R3 --&gt; R4[计算 SHA-256 摘要]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R4 --&gt; R5[写入 Fixture JSON]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Fixture["Fixture 文件"]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F1["tests/parity/fixtures/&lt;br/&gt;log_compressor/&lt;hash&gt;.json"]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F2["tests/parity/fixtures/&lt;br/&gt;diff_compressor/&lt;hash&gt;.json"]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F3["tests/parity/fixtures/&lt;br/&gt;tokenizer/&lt;hash&gt;.json"]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F4["tests/parity/fixtures/&lt;br/&gt;cache_aligner/&lt;hash&gt;.json"]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F5["tests/parity/fixtures/&lt;br/&gt;ccr/&lt;hash&gt;.json"]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F6["tests/parity/fixtures/&lt;br/&gt;content_detector/&lt;hash&gt;.json"]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Comparison["比较阶段"]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C1[Rust 实现] --&gt; C3[逐字段比较]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C2[Fixture 数据] --&gt; C3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C3 --&gt; C4{结果}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C4 --&gt;|Match| C5[✅ 通过]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C4 --&gt;|Diff| C6[❌ 不一致]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C4 --&gt;|Skip| C7[⏭️ 待实现]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Recording --&gt; Fixture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Fixture --&gt; Comparison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6.1 录制器架构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parity/recorder.py 是 Headroom 奇偶校验体系的核心，实现了 Python → Rust 迁移过程中的行为一致性验证。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6.2 @record 装饰器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record(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transform_name: str,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*,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root: Path | None = None,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input_arg: int = 0,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input_kw: str | None = None,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config_attr: str = "config",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) -&gt; Callable: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"""Wrap a callable so every call writes a fixture."""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decorator(fn):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@functools.wraps(fn)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def wrapper(*args, **kwargs):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result = fn(*args, **kwargs)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_write_fixture(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fn=fn, transform_name=transform_name,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args=args, kwargs=kwargs, result=result,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result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wrapper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return decorator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6.2 @record 装饰器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录制器的核心是 @record 装饰器，它包装任何 (input, ...) -&gt; output 可调用对象，使每次调用都写入一个 Fixture：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每个 Fixture 文件包含完整的输入/输出快照：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[json]: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{</a:t>
            </a:r>
            <a:br/>
            <a:r>
              <a:t>    "transform": "log_compressor",</a:t>
            </a:r>
            <a:br/>
            <a:r>
              <a:t>    "input": "&lt;原始输入&gt;",</a:t>
            </a:r>
            <a:br/>
            <a:r>
              <a:t>    "config": {"max_total_lines": 100},</a:t>
            </a:r>
            <a:br/>
            <a:r>
              <a:t>    "output": "&lt;序列化输出&gt;",</a:t>
            </a:r>
            <a:br/>
            <a:r>
              <a:t>    "recorded_at": "2026-04-23T00:00:00Z",</a:t>
            </a:r>
            <a:br/>
            <a:r>
              <a:t>    "input_sha256": "&lt;规范摘要&gt;"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6.3 record_all()：批量 Monkey-Patch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record_all(root: Path | None = None) -&gt; dict[str, str]: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statuses = {}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LogCompressor.compress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_wrap_method(LogCompressor, "compress", "log_compressor", root=root)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DiffCompressor.compress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_wrap_method(DiffCompressor, "compress", "diff_compressor", root=root)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Tokenizer.count_text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_wrap_method(Tokenizer, "count_text", "tokenizer", root=root)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CacheAligner.apply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_wrap_method(CacheAligner, "apply", "cache_aligner", root=root)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CCRToolInjector.inject_tool_definition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_wrap_method(CCRToolInjector, "inject_tool_definition", "ccr", root=root)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detect_content_type (module-level function)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_wrap_function(_cd_mod, "detect_content_type", "content_detector", root=root)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return statuses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6.3 record_all()：批量 Monkey-Patch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record_all() 函数一次性 patch 所有 Phase-1 变换器类，使整个工作负载的每次调用都产生 Fixture：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6.4 合成工作负载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run_default_workload() 驱动合成输入通过所有已 patch 的变换器，生成覆盖各种边界条件的 Fixture：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变换器 | 输入变体数 | 覆盖场景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log_compressor | 20+ | 短日志、pytest输出、npm输出、cargo输出、mak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diff_compressor | 20+ | 微小diff、中等diff、大diff、新文件、重命名、合并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tokenizer | 20 | 空串、短文本、代码、SQL、Unicode、重复模式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cache_aligner | 20 | 多轮消息批次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ccr | 25 | anthropic/openai provider 交替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6 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特别值得注意的是，diff_compressor 的输入包含了 Bug 修复路径的覆盖：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# Bug-fix path coverage</a:t>
            </a:r>
            <a:br/>
            <a:r>
              <a:t>out.append(f"{rename_diff}\n# bugfix:rename")</a:t>
            </a:r>
            <a:br/>
            <a:r>
              <a:t>out.append(f"{combined_diff}\n# bugfix:combined-diff-3way")</a:t>
            </a:r>
            <a:br/>
            <a:r>
              <a:t>out.append(f"{no_newline_diff}\n# bugfix:no-newline-marker")</a:t>
            </a:r>
            <a:br/>
            <a:r>
              <a:t>out.append(f"{pre_diff_content}\n# bugfix:pre-diff-content")</a:t>
            </a:r>
            <a:br/>
            <a:r>
              <a:t># Routing-gap path coverage</a:t>
            </a:r>
            <a:br/>
            <a:r>
              <a:t>out.append(f"{merge_combined_diff}\n# bugfix:diff-combined")</a:t>
            </a:r>
            <a:br/>
            <a:r>
              <a:t>out.append(f"{merge_cc_diff}\n# bugfix:diff-cc") ...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七、总述：测试协作全景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的测试体系体现了"分层验证、逐级收窄"的设计哲学：单元测试确保组件正确性，集成测试验证组件协作，E2E 测试确认端到端行为，基准测试量化性能特征，评估框架度量压缩质量，奇偶校验保障跨语言一致性。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核心洞察：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录制-回放模式：parity/recorder.py 采用录制-回放模式，先录制 Python 实现的输入/输出对作为 Fixture，再与 Rust 实现的输出逐字段比较，确保迁移过程中行为一致性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Shim 替代策略：E2E 测试使用轻量级 Shim 替代真实 CLI 工具，既能验证环境变量注入和请求路由，又避免了依赖外部工具的安装和配置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Bug-fix 路径覆盖：合成工作负载显式包含了历史 Bug 修复的路径覆盖（如 rename diff、combined diff、no-newline marker），确保回归不会重新引入已修复的问题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多维度评估：evals 框架不仅度量压缩率，还通过 ground_truth 验证压缩后的信息保留率，确保压缩不会丢失关键信息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渐进式校验：从 Skipped（待实现）→ Diff（不一致）→ Match（一致），奇偶校验的比较器采用渐进式策略，允许逐步提升覆盖率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
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2743200"/>
            <a:ext cx="1828800" cy="50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第15篇：可观测性与遥测 — 多层监控与智能学习系统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2976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Microsoft YaHei"/>
              </a:defRPr>
            </a:pPr>
            <a:r>
              <a:t>Headroom 项目代码深度分析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一、总述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Headroom 的可观测性与遥测系统采用四层架构，从内到外覆盖了从请求级计时到跨用户智能学习的完整链路：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OpenTelemetry 集成层：标准化的指标（OTEL Metrics）和追踪（OTEL Tracing / Langfuse），对接 Grafana、Datadog 等可观测性平台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Prometheus 指标层：内置 /metrics 端点，暴露请求计数、Token 统计、延迟分布、缓存命中率等核心运营指标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遥测系统层：匿名聚合信标（Supabase Beacon）+ TOIN（Tool Output Intelligence Network）+ TelemetryCollector，构成数据飞轮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Dashboard 层：/stats、/stats-history、/health 端点，提供实时和历史视图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四层系统遵循一个核心原则：可观测性永远不能影响代理的正常运行。任何遥测故障都会被静默吞掉，任何指标收集失败都不会阻断请求。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2926080"/>
            <a:ext cx="137160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二、分述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2.1 OpenTelemetry集成 —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@dataclass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class LangfuseTracingConfig: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public_key: str   # LANGFUSE_PUBLIC_KEY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secret_key: str   # LANGFUSE_SECRET_KEY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base_url: str     # https://cloud.langfuse.com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@property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def endpoint(self) -&gt; str: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return f"{self.base_url}/api/public/otel/v1/traces"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@property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def auth_header(self) -&gt; str: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encoded = base64.b64encode(f"{self.public_key}:{self.secret_key}".encode()).decode()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return f"Basic {encoded}"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2.1 OpenTelemetry集成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Headroom 的 OTEL 集成分为指标和追踪两个独立子系统，通过环境变量控制，与匿名遥测完全解耦。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2.1.1 OTel Metrics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HeadroomOtelMetrics 是共享的 OTEL 指标门面，定义了 25+ 个标准指标：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代理请求指标：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指标名 | 类型 | 说明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headroom.proxy.requests | Counter | 总请求数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headroom.proxy.tokens.input | Counter | 输入 Token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headroom.proxy.tokens.saved | Counter | 节省 Token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headroom.proxy.request.duratio | Histogram | 端到端延迟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headroom.proxy.overhead.durati | Histogram | Headroom 开销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  ... 共 6 行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压缩管线指标：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指标名 | 类型 | 说明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headroom.compression.runs | Counter | 压缩运行次数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headroom.compression.tokens.sa | Counter | 压缩节省 Token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headroom.compression.pipeline. | Histogram | 压缩管线耗时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headroom.compression.stage.dur | Histogram | 单阶段耗时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headroom.compression.transform | Counter | 变换策略计数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订阅窗口指标（Anthropic OAuth）：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self._meter.create_observable_gauge(</a:t>
            </a:r>
            <a:br/>
            <a:r>
              <a:t>    "headroom.subscription.5h_utilization_pct",</a:t>
            </a:r>
            <a:br/>
            <a:r>
              <a:t>    description="Anthropic 5-hour rate-limit window utilisation (0–100%).",</a:t>
            </a:r>
            <a:br/>
            <a:r>
              <a:t>    callbacks=[_cb_5h_util],</a:t>
            </a:r>
            <a:br/>
            <a:r>
              <a:t>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Observable Gauge 通过回调模式实现，record_subscription_window() 更新支撑值，OTEL SDK 在采集时读取最新值。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配置方式：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# 环境变量驱动</a:t>
            </a:r>
            <a:br/>
            <a:r>
              <a:t>OTelMetricsConfig.from_env()</a:t>
            </a:r>
            <a:br/>
            <a:r>
              <a:t># HEADROOM_OTEL_METRICS_ENABLED=1</a:t>
            </a:r>
            <a:br/>
            <a:r>
              <a:t># HEADROOM_OTEL_METRICS_EXPORTER=otlp_http|console</a:t>
            </a:r>
            <a:br/>
            <a:r>
              <a:t># HEADROOM_OTEL_METRICS_ENDPOINT=http://127.0.0.1:4318/v1/metrics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configure_otel_metrics() 创建 MeterProvider + PeriodicExportingMetricReader，支持 OTLP HTTP 和 Console 两种导出器。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2.1.2 OTel Tracing / Langfuse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HeadroomTracer 提供了标准化的 Span 创建接口：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class HeadroomTracer:</a:t>
            </a:r>
            <a:br/>
            <a:r>
              <a:t>    def start_as_current_span(self, name, *, attributes=None):</a:t>
            </a:r>
            <a:br/>
            <a:r>
              <a:t>        return self._tracer.start_as_current_span(</a:t>
            </a:r>
            <a:br/>
            <a:r>
              <a:t>            name, attributes=attributes,</a:t>
            </a:r>
            <a:br/>
            <a:r>
              <a:t>            record_exception=True,</a:t>
            </a:r>
            <a:br/>
            <a:r>
              <a:t>            set_status_on_exception=True,</a:t>
            </a:r>
            <a:br/>
            <a:r>
              <a:t>        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LangfuseTracingConfig 将 Langfuse 配置为 OTLP 追踪后端：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Langfuse 集成使用 BatchSpanProcessor + OTLPSpanExporter，支持异步批量导出，不阻塞请求处理。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2.2 Prometheus指标与StageTimer —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timer = StageTimer()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with timer.measure("upstream_connect"):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# 同步阶段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...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async with timer.measure("llm_inference"):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# 异步阶段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...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summary = timer.summary()  # {"upstream_connect": 12.3, "llm_inference": 456.7}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请求生命周期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8A"/>
                </a:solidFill>
                <a:latin typeface="Microsoft YaHei"/>
              </a:defRPr>
            </a:pPr>
            <a:r>
              <a:t>Mermaid 图表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flowchart LR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subgraph 请求生命周期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ST[StageTimer创建] --&gt; M1[measure: upstream_connect]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M1 --&gt; M2[measure: compression]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M2 --&gt; M3[measure: llm_inference]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M3 --&gt; M4[measure: response_stream]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M4 --&gt; SUM[summary]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end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SUM --&gt; LOG[结构化日志]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SUM --&gt; PM[PrometheusMetrics.record_stage_timings]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SUM --&gt; OM[OTEL stage_duration]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PM --&gt; EXP[/metrics端点]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OM --&gt; OTLP[OTLP Collector]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style ST fill:#e1f5fe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style SUM fill:#fff3e0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style PM fill:#e8f5e9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2.2 Prometheus指标与StageTimer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2.2.1 PrometheusMetrics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PrometheusMetrics 是代理的核心指标收集器，维护了 50+ 个指标字段，覆盖请求、Token、延迟、缓存、WebSocket 等全维度：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关键设计决策：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双锁策略：asyncio.Lock 用于主指标更新（record_request），threading.Lock 用于阶段计时（record_stage_timings），避免 Prometheus 抓取时的字符串构建阻塞请求处理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策略级计数：compressions_by_strategy 和 tokens_saved_by_strategy 按压缩策略分桶，任何策略的静默回归在第一天就能被发现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缓存感知：cache_by_provider 按提供商追踪缓存读写、TTL 桶分布和 Bust 事件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async def record_request(self, provider, model, input_tokens, output_tokens,</a:t>
            </a:r>
            <a:br/>
            <a:r>
              <a:t>                         tokens_saved, latency_ms, cached=False, overhead_ms=0,</a:t>
            </a:r>
            <a:br/>
            <a:r>
              <a:t>                         ttfb_ms=0, pipeline_timing=None, waste_signals=None,</a:t>
            </a:r>
            <a:br/>
            <a:r>
              <a:t>                         cache_read_tokens=0, cache_write_tokens=0, ...):</a:t>
            </a:r>
            <a:br/>
            <a:r>
              <a:t>    async with self._lock:</a:t>
            </a:r>
            <a:br/>
            <a:r>
              <a:t>        # 更新所有计数器和直方图</a:t>
            </a:r>
            <a:br/>
            <a:r>
              <a:t>        ...</a:t>
            </a:r>
            <a:br/>
            <a:r>
              <a:t>    # 同时推送到 OTEL ...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Cache Bust 检测：代理追踪压缩导致的缓存失效。当 Anthropic 的某个模型从"高缓存读取"突然变为"高缓存写入"时，标记为 Bust：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if provider == "anthropic" and model_req_num &gt; 0:</a:t>
            </a:r>
            <a:br/>
            <a:r>
              <a:t>    total_cached = cache_read_tokens + cache_write_tokens</a:t>
            </a:r>
            <a:br/>
            <a:r>
              <a:t>    if total_cached &gt; 0 and cache_write_tokens &gt; total_cached * 0.5:</a:t>
            </a:r>
            <a:br/>
            <a:r>
              <a:t>        pc["bust_count"] += 1</a:t>
            </a:r>
            <a:br/>
            <a:r>
              <a:t>        pc["bust_write_tokens"] += cache_write_tokens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2.2.2 StageTimer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StageTimer 是轻量级的请求级计时工具，同时支持同步和异步上下文管理器：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关键特性：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使用 time.perf_counter() 实现单调、高精度计时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finally 子句确保异常时也能记录部分耗时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并发 measure() 调用互不干扰，每个阶段独立记录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emit_stage_timings_log() 输出结构化日志并推送到 Prometheus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2.3 遥测系统 —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@dataclass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class ToolPattern: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tool_signature_hash: str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auth_mode: str = "unknown"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model_family: str = "unknown"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# 压缩统计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total_compressions: int = 0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avg_compression_ratio: float = 0.0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avg_token_reduction: float = 0.0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# 检索统计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total_retrievals: int = 0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full_retrievals: int = 0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# 学习结果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optimal_strategy: str = "default"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optimal_max_items: int = 20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skip_compression_recommended: bool = False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preserve_fields: list[str] = field(default_factory=list)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# 字段级语义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field_semantics: dict[str, FieldSemantics] = field(default_factory=dict)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2.3 遥测系统 —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@dataclass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class FieldSemantics: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field_hash: str  # SHA256[:8] of field name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inferred_type: FieldSemanticType = "unknown"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confidence: float = 0.0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def infer_type(self) -&gt; None: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"""纯数据驱动的语义推断算法"""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# IDENTIFIER: 高唯一性 + 精确匹配查询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if uniqueness_ratio &gt; 0.8 and equals_ratio &gt; 0.7: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inferred = "identifier"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# ERROR_INDICATOR: 有主导默认值 + 检索非默认值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elif has_dominant_default and non_default_retrieval_ratio &gt; 0.7: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inferred = "error_indicator"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# STATUS: 低唯一性 + 特定值检索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elif uniqueness_ratio &lt; 0.2 and retrieval_diversity &lt; 0.5: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inferred = "status"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2.3 遥测系统 — 图表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8A"/>
                </a:solidFill>
                <a:latin typeface="Microsoft YaHei"/>
              </a:defRPr>
            </a:pPr>
            <a:r>
              <a:t>Mermaid 图表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sequenceDiagram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SC as SmartCrusher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TOIN as ToolIntelligenceNetwork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FS as FileSystemBackend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PUB as toin_publish CLI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RUST as Rust Proxy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SC-&gt;&gt;TOIN: record_compression(signature, counts, strategy)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TOIN-&gt;&gt;TOIN: 更新ToolPattern统计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TOIN-&gt;&gt;TOIN: _update_field_statistics()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TOIN-&gt;&gt;TOIN: _update_recommendations()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TOIN-&gt;&gt;FS: _maybe_auto_save()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Note over SC,TOIN: 检索 = 压缩过于激进的信号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SC-&gt;&gt;TOIN: record_retrieval(sig_hash, type, query_fields)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TOIN-&gt;&gt;TOIN: 惩罚策略成功率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TOIN-&gt;&gt;TOIN: 更新field_semantics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TOIN-&gt;&gt;TOIN: field_sem.infer_type()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Note over TOIN,PUB: 离线聚合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PUB-&gt;&gt;TOIN: iter_patterns()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TOIN--&gt;&gt;PUB: 所有ToolPattern快照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PUB-&gt;&gt;PUB: 生成recommendations.toml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PUB-&gt;&gt;RUST: 部署recommendations.toml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RUST-&gt;&gt;RUST: 启动时加载推荐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2.3 遥测系统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遥测系统由三个独立但互补的子系统构成，分别服务于匿名产品改进、工具输出智能学习和许可证管理。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2.3.1 TelemetryBeacon — 匿名聚合信标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TelemetryBeacon 每 5 分钟向 Supabase 发送一次匿名聚合统计：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隐私保证：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从不发送消息内容、API Key、提示词、工具结果或用户数据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只发送聚合计数：请求数、节省 Token、模型分布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所有通信通过 HTTPS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默认开启，可通过 HEADROOM_TELEMETRY=off 或 --no-telemetry 关闭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身份字段：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字段 | 来源 | 示例值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session_id | uuid.uuid4().hex | 每次代理运行唯一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instance_id | SHA256(hostname)[:16] | 跨重启稳定的机器指纹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install_mode | detect_install_mode() | wrapped/persistent/on_demand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headroom_stack | detect_stack() | proxy/wrap_claude/mixed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context.py 中的 normalize_stack() 是标签基数的关键控制点：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_STACK_SLUG_RE = re.compile(r"^[a-z][a-z0-9_]{0,63}$")</a:t>
            </a:r>
            <a:br/>
            <a:r>
              <a:t>MAX_DISTINCT_STACKS = 32</a:t>
            </a:r>
            <a:br/>
            <a:br/>
            <a:r>
              <a:t>def normalize_stack(raw: str | None) -&gt; str | None:</a:t>
            </a:r>
            <a:br/>
            <a:r>
              <a:t>    slug = raw.strip().lower()</a:t>
            </a:r>
            <a:br/>
            <a:r>
              <a:t>    if not _STACK_SLUG_RE.match(slug):</a:t>
            </a:r>
            <a:br/>
            <a:r>
              <a:t>        return None</a:t>
            </a:r>
            <a:br/>
            <a:r>
              <a:t>    return slug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这确保了 Prometheus 标签和 Supabase 列的基数有界，防止任意 X-Headroom-Stack 头值导致标签爆炸。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2.3.2 TOIN — Tool Output Intelligence Network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TOIN 是 Headroom 最核心的智能学习系统，通过观察压缩和检索事件来学习工具输出的最优压缩策略。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观察者契约（PR-B5）：TOIN 只观察，永不修改请求时的压缩决策。请求路径是确定性的，TOIN 的角色是记录发生了什么，离线聚合器（toin_publish）在下次重启时生成 recommendations.toml。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聚合键：(auth_mode, model_family, structure_hash) — 每个租户切片和模型家族独立学习。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核心数据结构：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ToolPattern 聚合了工具类型的全部学习结果：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FieldSemantics 是 TOIN 的进化核心——从检索模式中学习字段语义：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2.3.3 UsageReporter — 许可证与用量上报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UsageReporter 负责许可证验证和增量用量上报：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许可证生命周期：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启动时验证 license_key → 获取 LicenseInfo（status: active/trial/expired/invalid）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缓存到本地文件，7 天宽限期内即使云端不可达也允许使用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每 300 秒发送增量用量（delta 计算：当前值 - 上次快照值）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云端返回过期状态时更新本地缓存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隐私保证：从不发送消息内容、API Key、提示词、工具结果或用户数据，只发送聚合计数。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2.4 Dashboard与端点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Headroom 提供三个核心 HTTP 端点用于实时监控：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端点 | 用途 | 数据来源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/stats | 实时会话统计 | PrometheusMetrics + CostTracke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/stats-history | 历史节省趋势 | SavingsTracker 持久化文件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/metrics | Prometheus 抓取 | PrometheusMetrics.export()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/health | 健康检查 | 版本 + 运行时间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/stats 端点返回的 JSON 包含 otel 和 langfuse 块，报告 OTEL/Langfuse 的配置状态，方便运维确认集成是否生效。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/stats-history 支持多种时间粒度（hourly/daily/weekly/monthly）和导出格式（JSON/CSV），为 Dashboard 提供图表数据。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三、总结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Headroom 的可观测性与遥测系统体现了"分层观测、智能学习、隐私优先"的工程哲学：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分层观测：StageTimer（请求级）→ PrometheusMetrics（会话级）→ OTEL（平台级）→ Beacon/TOIN（跨用户级），每层有独立的价值和受众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智能学习：TOIN 从压缩/检索事件中学习字段语义和最优策略，通过离线聚合避免请求时变异，实现"观察不干预"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隐私优先：所有遥测数据只记录模式不记录值，字段名 SHA256 哈希，工具名结构哈希，用户标识匿名化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故障隔离：任何遥测故障（网络超时、Supabase 宕机、文件写入失败）都不会影响代理正常运行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双通道指标：Prometheus /metrics 满足运维需求，OTEL 满足平台集成需求，两者独立控制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这套系统的核心价值在于：它让 Headroom 从"静态配置"进化为"动态学习"——TOIN 的数据飞轮效应确保了更多用户 → 更多压缩事件 → 更好的聚合推荐 → 更少的 Token 浪费，同时严格保护用户隐私。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
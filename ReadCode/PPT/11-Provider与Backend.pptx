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Provider 与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Headroom 项目代码深度分析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一、总——概述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 Provider 与 Backend 系统构成了代理服务器的"大脑"——Provider 负责理解每个 LLM 厂商的模型特性（token 计数、上下文限制、定价），而 Backend 则负责在 Anthropic Messages API 和厂商特定 API 之间进行请求/响应的格式转换。这套双层抽象使得 Headroom 代理能够以统一的 Anthropic 协议对外服务，同时在内部无缝对接 OpenAI、Google、AWS Bedrock、Azure 等 100+ 个 LLM 提供商。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Provider 层的核心是 Provider 抽象基类和 TokenCounter 协议，每个具体 Provider（Anthropic、OpenAI、Google、Cohere、LiteLLM、OpenAI-Compatible）封装了厂商特定的 token 计数、上下文限制解析和成本估算逻辑。Backend 层则以 Backend 抽象基类为核心，LiteLLMBackend 和 AnyLLMBackend 两个实现分别通过 LiteLLM 和 any-llm 库实现了完整的 Anthropic↔OpenAI 消息格式双向转换。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图 11-1：Provider 与 Backend 思维导图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图 11-2：Provider 与 Backend 请求处理流程图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二、分——详细分析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2.1 Provider 架构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Provider(ABC):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@property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@abstractmethod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name(self) -&gt; str: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@abstractmethod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get_token_counter(self, model: str) -&gt; TokenCounter: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@abstractmethod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get_context_limit(self, model: str) -&gt; int: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@abstractmethod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supports_model(self, model: str) -&gt; bool: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estimate_cost(self, input_tokens, output_tokens, model, cached_tokens=0) -&gt; float | None: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None  # 可选实现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get_output_buffer(self, model, default=4000) -&gt; int: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default  # 可选覆盖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2.1 Provider 架构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classDiagram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TokenCounter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&lt;&lt;Protocol&gt;&gt;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+count_text(text: str)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+count_message(message: dict)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+count_messages(messages: list)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Provider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&lt;&lt;ABC&gt;&gt;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+name: str*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+get_token_counter(model: str) TokenCounter*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+get_context_limit(model: str) int*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+supports_model(model: str) bool*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+estimate_cost(...) float|None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+get_output_buffer(model, default)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AnthropicProvider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+name = "anthropic"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+get_token_counter() AnthropicTokenCounter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+get_context_limit()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+supports_model() bool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+estimate_cost() float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OpenAIProvider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+name = "openai"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+get_token_counter() OpenAITokenCounter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+get_context_limit()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+supports_model() bool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+estimate_cost() float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GoogleProvider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+name = "google"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+get_token_counter() GeminiTokenCounter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+get_context_limit()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+supports_model() bool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... (共 75 行)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2.1 Provider 架构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Anthropic 上下文限制解析链（简化）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get_context_limit(self, model: str) -&gt; int: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1. 显式配置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model in ANTHROPIC_CONTEXT_LIMITS: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ANTHROPIC_CONTEXT_LIMITS[model]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2. 环境变量覆盖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env_limits = os.environ.get("HEADROOM_MODEL_LIMITS")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env_limits and model in parsed_env_limits: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parsed_env_limits[model]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3. LiteLLM 查询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litellm_get_model_info: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info = litellm_get_model_info(model)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info and "max_input_tokens" in info: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return info["max_input_tokens"]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4. 模式匹配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model.startswith("claude-"):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200000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5. 默认值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return 200000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2.1 Provider 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2.1.1 核心抽象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Provider 架构建立在两个核心抽象之上，定义在 base.py 中：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TokenCounter 协议（@runtime_checkable）定义了 token 计数的标准接口：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@runtime_checkable</a:t>
            </a:r>
            <a:br/>
            <a:r>
              <a:t>class TokenCounter(Protocol):</a:t>
            </a:r>
            <a:br/>
            <a:r>
              <a:t>    def count_text(self, text: str) -&gt; int: ...</a:t>
            </a:r>
            <a:br/>
            <a:r>
              <a:t>    def count_message(self, message: dict[str, Any]) -&gt; int: ...</a:t>
            </a:r>
            <a:br/>
            <a:r>
              <a:t>    def count_messages(self, messages: list[dict[str, Any]]) -&gt; int: ...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Provider 抽象基类封装了模型相关的全部行为：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图 11-3：Provider 类图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2.1.2 上下文限制解析链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每个 Provider 的 get_context_limit() 方法都实现了一条多级解析链，以 Anthropic Provider 为例（anthropic.py）：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显式配置：ANTHROPIC_CONTEXT_LIMITS 字典直接查找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环境变量：HEADROOM_MODEL_LIMITS 自定义覆盖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LiteLLM 查询：litellm_get_model_info() 获取模型元数据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模式匹配：基于模型名称前缀推断（如 claude-3 → 200K）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默认值：最终回退到 200,000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这种多级解析链的设计确保了：即使某个信息源不可用（如 LiteLLM 未安装），系统仍能通过其他途径获取合理的上下文限制。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2.2 具体 Provider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LiteLLMProvider(Provider):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supports_model(self, model: str) -&gt; bool: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True  # LiteLLM 处理验证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get_context_limit(self, model: str) -&gt; int: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info = litellm_get_model_info(model)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info and "max_input_tokens" in info: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return info["max_input_tokens"]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128000  # 合理默认值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estimate_cost(self, input_tokens, output_tokens, model, cached_tokens=0):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litellm.completion_cost(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model=model, prompt="", completion="",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prompt_tokens=input_tokens, completion_tokens=output_tokens,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2.2 具体 Provider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2.2.1 AnthropicProvider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anthropic.py 是最核心的 Provider 实现，其 AnthropicTokenCounter 支持两种计数模式：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精确模式：当提供 Anthropic 客户端时，使用 Token Count API 进行精确计数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近似模式：使用 tiktoken 的 cl100k_base 编码进行近似计数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定价方面，Anthropic Provider 维护了完整的 ANTHROPIC_PRICING 字典，支持 input、output、cached_input 三种定价维度，并优先使用 LiteLLM 的成本数据库。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2.2.2 OpenAIProvider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openai.py 使用 tiktoken 进行精确的 token 计数，通过 _MODEL_ENCODINGS 字典将模型名映射到编码名（o200k_base、cl100k_base 等）。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特色功能：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定价过期警告：_PRICING_STALE_DAYS = 60，超过 60 天的定价数据会触发警告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模型家族推断：通过模式匹配推断未知模型的家族（如 gpt-4o-* → GPT-4o 家族）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DeepSeek 支持：内置 DeepSeek 模型的上下文限制（最高 1M tokens）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2.2.3 LiteLLMProvider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litellm.py 是"万能"Provider，通过 LiteLLM 库支持 100+ 个 LLM 提供商：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关键设计：LiteLLMTokenCounter 内置 EstimatingTokenCounter 作为回退，当 LiteLLM 的 token_counter() 失败时自动降级。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2.2.4 OpenAICompatibleProvider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openai_compatible.py 支持任何实现 OpenAI API 格式的服务，通过 ModelCapabilities 数据类注册模型：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@dataclass</a:t>
            </a:r>
            <a:br/>
            <a:r>
              <a:t>class ModelCapabilities:</a:t>
            </a:r>
            <a:br/>
            <a:r>
              <a:t>    model: str</a:t>
            </a:r>
            <a:br/>
            <a:r>
              <a:t>    context_window: int = 128000</a:t>
            </a:r>
            <a:br/>
            <a:r>
              <a:t>    max_output_tokens: int = 4096</a:t>
            </a:r>
            <a:br/>
            <a:r>
              <a:t>    supports_tools: bool = True</a:t>
            </a:r>
            <a:br/>
            <a:r>
              <a:t>    supports_vision: bool = False</a:t>
            </a:r>
            <a:br/>
            <a:r>
              <a:t>    tokenizer_backend: str | None = None ...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提供了工厂函数快速创建常见服务的 Provider：Ollama、Together、Groq、Fireworks、vLLM、LM Studio 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2.3 Backend 系统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Backend(ABC):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@property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@abstractmethod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name(self) -&gt; str: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@abstractmethod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async def send_message(self, body, headers) -&gt; BackendResponse: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@abstractmethod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stream_message(self, body, headers) -&gt; AsyncIterator[StreamEvent]: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@abstractmethod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map_model_id(self, anthropic_model: str) -&gt; str: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@abstractmethod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supports_model(self, model: str) -&gt; bool: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可选：OpenAI 格式支持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async def send_openai_message(self, body, headers) -&gt; BackendResponse: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raise NotImplementedError(...)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async def stream_openai_message(self, body, headers) -&gt; AsyncIterator[str]: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raise NotImplementedError(...)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2.3 Backend 系统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@dataclass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BackendResponse: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body: dict[str, Any]          # Anthropic Messages API 格式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status_code: int = 200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headers: dict[str, str] = field(default_factory=dict)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error: str | None = None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@dataclass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StreamEvent: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event_type: str               # message_start, content_block_delta 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data: dict[str, Any]          # Anthropic SSE 格式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raw_sse: str | None = None    # 原始 SSE 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2.3 Backend 系统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sequenceDiagram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Proxy as Headroom 代理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Backend as LiteLLMBackend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LiteLLM as LiteLLM 库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Provider as LLM 提供商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Proxy-&gt;&gt;Backend: send_message(body, headers)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Note over Backend: body 为 Anthropic 格式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Backend-&gt;&gt;Backend: map_model_id(anthropic_model)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Note over Backend: claude-3-5-sonnet →&lt;br/&gt;bedrock/us.anthropic.claude-3-5-sonnet-v2:0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Backend-&gt;&gt;Backend: _convert_messages_for_litellm(messages)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Note over Backend: Anthropic → OpenAI 格式&lt;br/&gt;tool_use → function&lt;br/&gt;tool_result → tool message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Backend-&gt;&gt;LiteLLM: acompletion(model, messages, stream=False)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LiteLLM-&gt;&gt;Provider: HTTP 请求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Provider--&gt;&gt;LiteLLM: OpenAI 格式响应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LiteLLM--&gt;&gt;Backend: OpenAI 格式响应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Backend-&gt;&gt;Backend: _to_anthropic_response(openai_response)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Note over Backend: OpenAI → Anthropic 格式&lt;br/&gt;function_call → tool_use&lt;br/&gt;tool message → tool_result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Backend--&gt;&gt;Proxy: BackendResponse(body=Anthropic格式)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2.3 Backend 系统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PROVIDER_REGISTRY =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"bedrock": ProviderConfig(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name="bedrock", display_name="AWS Bedrock",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model_map={...}, uses_region=True,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env_vars=["AWS_ACCESS_KEY_ID", "AWS_SECRET_ACCESS_KEY"],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"vertex_ai": ProviderConfig(...),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"openrouter": ProviderConfig(...),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"azure": ProviderConfig(...),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"databricks": ProviderConfig(...),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2.3 Backend 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2.3.1 Backend 抽象基类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backends/base.py 定义了 Backend 的核心接口：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BackendResponse 和 StreamEvent 两个数据类标准化了响应格式：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图 11-4：LiteLLMBackend 请求处理时序图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2.3.2 LiteLLMBackend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litellm.py 是最完整的 Backend 实现，核心能力包括：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Provider 注册表：内置了 5 个主要 Provider 的配置：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Bedrock 推理配置文件发现：_fetch_bedrock_inference_profiles() 通过 boto3 的 list_inference_profiles() API 动态获取可用的 Bedrock 推理配置文件，并构建模型映射。当 AWS API 不可用时，回退到静态映射 _build_bedrock_fallback_map()。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消息格式转换：_convert_messages_for_litellm() 处理 Anthropic→OpenAI 的消息转换：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Anthropic 格式 | OpenAI 格式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tool_use block | function call in tool_calls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tool_result block | tool role message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image block | image_url content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thinking block | 丢弃（不适用于 OpenAI）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响应格式转换：_to_anthropic_response() 处理 OpenAI→Anthropic 的响应转换，包括流式事件的动态块类型发射。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环境变量隔离：导入 litellm 时快照 os.environ，导入后撤销 litellm 的 dotenv.load_dotenv() 副作用，防止 API 密钥泄露。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2.3.3 AnyLLMBackend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anyllm.py 是 LiteLLMBackend 的轻量替代方案，使用 any-llm 库：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class AnyLLMBackend(Backend):</a:t>
            </a:r>
            <a:br/>
            <a:r>
              <a:t>    def __init__(self, provider="openai", api_key=None, api_base=None):</a:t>
            </a:r>
            <a:br/>
            <a:r>
              <a:t>        self.llm = AnyLLM.create(self.provider)</a:t>
            </a:r>
            <a:br/>
            <a:br/>
            <a:r>
              <a:t>    def map_model_id(self, model: str) -&gt; str:</a:t>
            </a:r>
            <a:br/>
            <a:r>
              <a:t>        return model  # any-llm 处理命名</a:t>
            </a:r>
            <a:br/>
            <a:br/>
            <a:r>
              <a:t>    def supports_model(self, model: str) -&gt; bool: ...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与 LiteLLMBackend 相比，AnyLLMBackend 更简单但功能也更有限——它不支持 Bedrock 推理配置文件发现、区域前缀等高级特性。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2.4 代理路由与注册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resolve_api_overrides(*, anthropic_api_url, openai_api_url, ...) -&gt; ProviderApiOverrides: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return ProviderApiOverrides(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anthropic=anthropic_api_url or env.get("ANTHROPIC_TARGET_API_URL"),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openai=openai_api_url or env.get("OPENAI_TARGET_API_URL"),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resolve_api_targets(overrides) -&gt; ProviderApiTargets: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return ProviderApiTargets(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anthropic=_normalize_api_url(overrides.anthropic, default=DEFAULT_ANTHROPIC_API_URL),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代理路由层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flowchart LR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代理路由层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R1["/v1/messages"]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R2["/v1/chat/completions"]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R3["/v1/responses"]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R4["/v1/models"]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R5["/v1internal:streamGenerateContent"]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R6["/backend-api/*"]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R7["Catch-all"]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认证检测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A1[x-api-key / sk-ant-]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A2[Bearer sk- / api-key]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A3[x-goog-api-key]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A4[ChatGPT OAuth]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上游目标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T1[Anthropic API]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T2[OpenAI API]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T3[Gemini API]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T4[CloudCode API]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T5[ChatGPT Backend]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R1 --&gt; A1 --&gt; T1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R2 --&gt; A2 --&gt; T2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R3 --&gt; A2 --&gt; T2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R4 --&gt; A4 --&gt;|合成模型列表| R4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R5 --&gt; A3 --&gt; T3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R6 --&gt; A4 --&gt; T5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R7 --&gt;|自动检测| T1 &amp; T2 &amp; T3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2.4 代理路由与注册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2.4.1 ProxyProviderRuntime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registry.py 中的 ProxyProviderRuntime 是代理运行时的核心状态对象：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@dataclass(frozen=True)</a:t>
            </a:r>
            <a:br/>
            <a:r>
              <a:t>class ProxyProviderRuntime:</a:t>
            </a:r>
            <a:br/>
            <a:r>
              <a:t>    api_targets: ProviderApiTargets</a:t>
            </a:r>
            <a:br/>
            <a:r>
              <a:t>    pipeline_providers: dict[str, Provider]</a:t>
            </a:r>
            <a:br/>
            <a:br/>
            <a:r>
              <a:t>    def api_target(self, provider_name: str) -&gt; str: ...</a:t>
            </a:r>
            <a:br/>
            <a:r>
              <a:t>    def pipeline_provider(self, provider_name: str) -&gt; Provider: ...</a:t>
            </a:r>
            <a:br/>
            <a:r>
              <a:t>    def model_metadata_provider(self, headers) -&gt; str: ... ...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build_proxy_provider_runtime() 创建运行时实例，默认包含 AnthropicProvider 和 OpenAIProvider 两个管线 Provider。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2.4.2 API 目标解析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ProviderApiOverrides → ProviderApiTargets 的解析链处理上游 API URL 的配置：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URL 规范化处理包括：去除尾部斜杠、去除 /v1 后缀。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2.4.3 Backend 工厂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create_proxy_backend() 根据配置创建 Backend 实例：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def create_proxy_backend(*, backend, anyllm_provider, bedrock_region, logger, ...) -&gt; Backend | None:</a:t>
            </a:r>
            <a:br/>
            <a:r>
              <a:t>    if backend == "anthropic":</a:t>
            </a:r>
            <a:br/>
            <a:r>
              <a:t>        return None  # 直接转发，无需 Backend</a:t>
            </a:r>
            <a:br/>
            <a:r>
              <a:t>    if backend == "anyllm" or backend.startswith("anyllm-"):</a:t>
            </a:r>
            <a:br/>
            <a:r>
              <a:t>        return AnyLLMBackend(provider=anyllm_provider)</a:t>
            </a:r>
            <a:br/>
            <a:r>
              <a:t>    # 其他: litellm-{provider}</a:t>
            </a:r>
            <a:br/>
            <a:r>
              <a:t>    return LiteLLMBackend(provider=provider, region=bedrock_region)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2.4.4 认证检测与路由分发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_is_anthropic_auth() 通过请求头检测认证类型，决定请求路由：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def _is_anthropic_auth(headers: Mapping[str, str]) -&gt; bool:</a:t>
            </a:r>
            <a:br/>
            <a:r>
              <a:t>    authorization = headers.get("authorization") or ""</a:t>
            </a:r>
            <a:br/>
            <a:r>
              <a:t>    return bool(</a:t>
            </a:r>
            <a:br/>
            <a:r>
              <a:t>        headers.get("x-api-key")</a:t>
            </a:r>
            <a:br/>
            <a:r>
              <a:t>        or headers.get("anthropic-version")</a:t>
            </a:r>
            <a:br/>
            <a:r>
              <a:t>        or authorization.startswith("Bearer sk-ant-")</a:t>
            </a:r>
            <a:br/>
            <a:r>
              <a:t>    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call_client_transport() 根据认证风格分发到对应的传输处理器：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_CLIENT_TRANSPORTS = {</a:t>
            </a:r>
            <a:br/>
            <a:r>
              <a:t>    "anthropic": _call_anthropic_transport,</a:t>
            </a:r>
            <a:br/>
            <a:r>
              <a:t>    "openai": _call_openai_transport,</a:t>
            </a:r>
            <a:br/>
            <a:r>
              <a:t>}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2.4.5 代理路由注册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proxy_routes.py 中的 register_provider_routes() 注册了 40+ 条 FastAPI 路由，覆盖：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端点路径 | 目标 | 说明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/v1/messages | Anthropic API | Claude Messages API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/v1/chat/completions | OpenAI API | Chat Completions API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/v1/responses | OpenAI API | Codex Responses API (HTTP + We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/v1/models | 合成/透传 | 模型列表（Codex ChatGPT 认证特殊处理）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/v1internal:streamGenerateCont | CloudCode API | Cloud Code Assist 兼容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7 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Codex ChatGPT 认证的特殊处理：由于 ChatGPT OAuth bearer 无法访问 chatgpt.com/backend-api/models，代理会合成一个 OpenAI 兼容的模型列表响应：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_CHATGPT_AUTH_CODEX_MODELS = (</a:t>
            </a:r>
            <a:br/>
            <a:r>
              <a:t>    "gpt-5.5", "gpt-5.4", "gpt-5.3", "gpt-5.2", "gpt-5.1", "gpt-5",</a:t>
            </a:r>
            <a:br/>
            <a:r>
              <a:t>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图 11-5：代理路由与认证分发图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三、总——总结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图 11-6：Provider 与 Backend 协作图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 Provider 与 Backend 系统体现了以下核心设计思想：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协议统一：对外始终以 Anthropic Messages API 格式服务，内部通过 Backend 层透明转换到任意厂商 API，使下游客户端无需感知后端差异。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多级解析链：上下文限制、定价等模型元数据通过"显式配置→环境变量→LiteLLM 查询→模式匹配→默认值"的多级链解析，确保在任何信息源缺失时仍能获得合理值。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渐进式精度：Token 计数从精确 API（Anthropic Token Count API、tiktoken）到估算回退（EstimatingTokenCounter），在精度和可用性之间取得平衡。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环境隔离：LiteLLM 的 dotenv.load_dotenv() 副作用通过 os.environ 快照/恢复机制隔离，防止 API 密钥泄露。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认证驱动路由：基于请求头认证模式（x-api-key vs Bearer sk- vs x-goog-api-key）自动选择上游目标，实现了单一代理端口服务多种客户端的架构。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
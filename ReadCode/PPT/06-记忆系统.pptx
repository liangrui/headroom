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记忆系统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总：概述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的记忆系统是一个层次化、时序感知的长期记忆架构，为 LLM Agent 提供跨会话、跨 Agent 的知识持久化与检索能力。与传统的"对话历史"不同，记忆系统关注的是结构化知识的提取、存储和检索——从对话中提取事实、实体和关系，按层次化作用域组织，支持语义搜索和时序查询。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记忆系统的设计灵感来自 Letta（原 MemGPT）和 Mem0，但在架构上做出了关键创新：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Protocol 驱动的端口-适配器架构：所有核心组件（存储、向量索引、文本索引、嵌入器、缓存）都通过 Protocol 接口定义，实现完全的依赖注入和可替换性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层次化作用域：User → Session → Agent → Turn 四级作用域，支持精细的可见性控制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时序版本链：通过 supersession 链实现记忆的时序演化，保留完整历史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零延迟内联提取：MemoryWrapper 在 LLM 调用中同步提取记忆，无需额外 LLM 调用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流量学习：TrafficLearner 从代理流量中自动提取模式（错误恢复、偏好、架构知识），无需 LLM 参与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分：核心模块详解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一、记忆架构与类图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HierarchicalMemory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-_store: MemoryStore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-_vector_index: VectorIndex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-_text_index: TextIndex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-_embedder: Embedder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-_cache: MemoryCache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-_config: MemoryConfig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+create(config) HierarchicalMemory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+add(content, user_id, ...) Memory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+add_batch(memories_data)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+get(memory_id) Memory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+search(query, user_id, ...)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+text_search(query, user_id, ...)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+update(memory_id, ...) Memory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+supersede(old_memory_id, new_content) Memory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+delete(memory_id)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+clear_scope(user_id, ...)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+remember(content, user_id) Memory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+recall(query, user_id)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MemoryStore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&lt;&lt;Protocol&gt;&gt;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+save(memory) Memory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+get(memory_id) Memory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+query(filter)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+delete(memory_id)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+supersede(old_id, new_memory, time) Memory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+get_history(memory_id, include_future)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VectorIndex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&lt;&lt;Protocol&gt;&gt;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+index(memory)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+search(filter)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+remove(memory_id)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TextIndex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92 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一、记忆架构与类图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记忆系统的核心编排器是 HierarchicalMemory（core.py），它协调存储、向量索引、文本索引、嵌入器和缓存五个组件，提供统一的记忆操作 API。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Memory 数据模型（models.py）是记忆系统的核心实体，它包含了层次化作用域（user_id → session_id → agent_id → turn_id）、时序信息（valid_from/valid_until）、版本链（supersedes/superseded_by）、冒泡链（promoted_from/promotion_chain）等完整元数据。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ScopeLevel 通过 scope_level 属性自动计算——如果 turn_id 存在则为 TURN，否则依次检查 agent_id、session_id，最终默认为 USER。这种设计使得作用域判断无需额外存储。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二、核心实现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core.py 中的记忆创建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async def add(self, content, user_id, session_id=None, agent_id=None,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turn_id=None, importance=0.5, auto_embed=True, auto_bubble=None):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memory = Memory(content=content, user_id=user_id,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    session_id=session_id, agent_id=agent_id,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    turn_id=turn_id, importance=importance)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auto_embed: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embedding = await self._embedder.embed(content)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memory.embedding = embedding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await self._store.save(memory)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memory.embedding is not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await self._vector_index.index(memory)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await self._index_for_text_search(memory)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self._cache is not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await self._cache.put(memory)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should_bubble = auto_bubble if auto_bubble is not None else self._config.auto_bubble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should_bubble: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await self._maybe_bubble(memory)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memory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二、核心实现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core.py 中的时序替换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async def supersede(self, old_memory_id, new_content, supersede_time=None, auto_embed=True):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old_memory = await self._store.get(old_memory_id)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old_memory is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raise ValueError(f"Memory {old_memory_id} not found")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new_memory = Memory(content=new_content, user_id=old_memory.user_id,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        session_id=old_memory.session_id, ...)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auto_embed: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new_memory.embedding = await self._embedder.embed(new_content)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new_memory = await self._store.supersede(old_memory_id, new_memory, supersede_time)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更新索引和缓存...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new_memory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二、核心实现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HierarchicalMemory 的 add() 方法是记忆创建的核心入口，它完成以下步骤：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创建 Memory 对象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自动生成嵌入向量（auto_embed=True）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保存到存储后端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索引到向量搜索和全文搜索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更新缓存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可选的冒泡处理（auto_bubble）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冒泡机制（_maybe_bubble）是层次化记忆的关键特性：当 Session/Agent/Turn 级别的记忆重要性超过阈值（默认 0.7）时，自动创建一个 USER 级别的副本，使高价值知识能跨会话持久可见。冒泡记忆保留了 promoted_from 和 promotion_chain，可以追溯其来源。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时序版本链通过 supersede() 方法实现——当记忆内容需要更新时，不直接修改原记忆，而是创建新版本并建立链接：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三、存储路由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storage_router.py 中的项目解析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ProjectResolver: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resolve(self, ctx: RequestContext) -&gt; tuple[str, str] |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Tier 1: 显式项目 ID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explicit = self._first_nonempty_header(ctx.headers, "x-headroom-project-id")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explicit: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self._sanitize_basename(explicit), explicit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Tier 2: 显式工作目录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explicit_cwd = self._first_nonempty_header(ctx.headers, "x-headroom-cwd")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explicit_cwd: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self._identity_from_cwd(explicit_cwd)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Tier 3: CLI 覆盖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ctx.project_root_override: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self._identity_from_cwd(ctx.project_root_override)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Tier 4: 系统提示解析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sys_cwd = self._extract_cwd_from_system_prompt(ctx.system_prompt)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sys_cwd: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self._identity_from_cwd(sys_cwd)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None  # 未解析 → 应用 fallback 策略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三、存储路由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存储路由（storage_router.py）解决了"记忆跨项目泄露"的关键安全问题（GH #462）。它为每个项目提供物理隔离的 SQLite 数据库，从结构上杜绝跨项目数据混淆。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三种存储模式：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模式 | 隔离级别 | 数据库路径 | 适用场景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PROJECT | 项目级 | {root}/projects/{key}/memory.d | 默认模式，最安全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USER | 用户级 | {root}/users/{user_id}/memory. | 单用户多项目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GLOBAL | 全局 | {root}/memory.db | 兼容旧数据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ProjectResolver 按优先级解析项目身份：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Tier 1：x-headroom-project-id 请求头（显式指定）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Tier 2：x-headroom-cwd 请求头（显式工作目录）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Tier 3：CLI 级别的项目根覆盖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Tier 4：解析系统提示中的  块提取工作目录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当项目无法解析时，unresolved_project_fallback 配置决定行为：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"empty"（默认，安全）：拒绝加载任何记忆，避免跨项目泄露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"global"（兼容旧版）：回退到全局数据库，存在跨项目泄露风险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BackendRouter 维护一个 LRU 缓存的 LocalBackend 实例（默认最多 16 个），避免频繁创建/销毁数据库连接。每个后端实例绑定到特定的数据库文件路径。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四、桥接与提取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bridge.py 中的双向同步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async def sync(self, paths=None, user_id=None) -&gt; SyncStats: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stats = SyncStats()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Phase 1: 导入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stats.import_stats = await self.import_from_markdown(paths=paths, user_id=user_id)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Phase 2: 导出新有机记忆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last_sync_str = self._sync_state.get("last_sync")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since = datetime.fromisoformat(last_sync_str) if last_sync_str else 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new_memories = await self._get_new_organic_memories(user_id, since)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new_memories and paths: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primary_path = Path(paths[0]).expanduser()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count = await self._append_to_markdown(primary_path, new_memories)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stats.memories_exported = count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self._save_sync_state()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stats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四、桥接与提取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wrapper.py 中的核心流程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MemoryWrapper: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async def chat(self, messages, **kwargs):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1. 注入相关记忆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memories = await self._api.search(query=..., user_id=...)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messages = self._inject_memories(messages, memories)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2. 添加记忆指令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messages = self._add_instruction(messages)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3. 转发至 LLM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response = await self._client.chat(messages, **kwargs)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4. 解析响应，提取新记忆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new_memories = self._parse_response(response)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await self._api.add_batch(new_memories)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5. 返回干净响应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self._clean_response(response)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四、桥接与提取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MemoryBridge（bridge.py）实现了 Markdown 文件与 Headroom 记忆系统的双向桥接，支持 Claude Code 的 MEMORY.md、ChatGPT 的 facts 等格式。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桥接流程包含三个阶段：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导入（Markdown → Headroom）：解析 Markdown 文件为 ParsedSection，通过语义去重检查后存入记忆系统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导出（Headroom → Markdown）：从记忆系统获取所有记忆，按主题分组后格式化为 Markdown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同步（双向）：先导入新/变更的 Section，再导出有机记忆（非桥接导入的）回 Markdown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同步状态通过 JSON 文件持久化，记录每个文件的哈希值和 Section 到 Memory ID 的映射，实现增量同步和避免重复导入。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Extraction（extraction.py）提供了从对话中提取事实、实体和关系的提示词和工具定义。其核心创新是单次提取——通过在主 LLM 的工具调用中嵌入提取字段（facts、extracted_entities、extracted_relationships），避免了 Mem0 传统流程中的 3-4 次额外 LLM 调用：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传统 Mem0 流程（低效）：</a:t>
            </a:r>
            <a:br/>
            <a:r>
              <a:t>  User → Main LLM → memory_save(content) → Mem0.add() → Mem0 LLM 提取事实</a:t>
            </a:r>
            <a:br/>
            <a:r>
              <a:t>                                                      → Mem0 LLM 提取实体</a:t>
            </a:r>
            <a:br/>
            <a:r>
              <a:t>                                                      → Mem0 LLM 提取关系</a:t>
            </a:r>
            <a:br/>
            <a:r>
              <a:t>  总计：3-4 次 LLM 调用！</a:t>
            </a:r>
            <a:br/>
            <a:br/>
            <a:r>
              <a:t>优化后的 Headroom 流程（高效）：</a:t>
            </a:r>
            <a:br/>
            <a:r>
              <a:t>  User → Main LLM（含提取提示词）→ memory_save(facts, entities, relationships)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MemoryWrapper（wrapper.py）实现了 Letta 风格的零延迟内联记忆提取，包装任意 LLM 客户端：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五、MCP Server 与流量学习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Proxy as 代理服务器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Learner as TrafficLearner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Store as SQLite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Proxy: 处理请求/响应流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Proxy-&gt;&gt;Learner: observe(request, response)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Learner: 规则匹配&lt;br/&gt;（无 LLM 调用）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错误恢复模式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Learner-&gt;&gt;Learner: 检测 failed→success 对&lt;br/&gt;（Read 路径拼写错误、Bash 重试）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else 偏好检测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Learner-&gt;&gt;Learner: 扫描纠正模式&lt;br/&gt;（don't/stop/never/instead）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else 环境事实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Learner-&gt;&gt;Learner: 提取工具返回中的&lt;br/&gt;架构/版本信息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Learner-&gt;&gt;Learner: 证据门控&lt;br/&gt;（min_evidence=5）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Learner-&gt;&gt;Store: 后台保存&lt;br/&gt;（debounced flush）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Store--&gt;&gt;Learner: 跨会话状态水合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Learner: 输出至 CLAUDE.md / MEMORY.md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五、MCP Server 与流量学习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shared_context.py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SharedContext: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"""Agent 间压缩上下文共享"""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put(self, key: str, content: str, agent_id: str) -&gt; ContextEntry: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使用 headroom.compress 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compressed = self._compress(content)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entry = ContextEntry(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key=key, original_content=content,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compressed_content=compressed.compressed,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original_tokens=compressed.original_tokens,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compressed_tokens=compressed.compressed_tokens,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self._entries[key] = entry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entry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get(self, key: str) -&gt; str |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其他 Agent 获取压缩版本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entry = self._entries.get(key)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entry.compressed_content if entry else None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五、MCP Server 与流量学习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MCP Server（mcp_server.py）将记忆能力暴露为标准 MCP 工具：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memory_search：语义搜索记忆，过滤已取代的记忆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memory_save：持久化事实，自动在相似度 ≥ 0.70 时触发 supersession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MCP Server 的 _warm_up_backend() 方法在启动时预加载嵌入器并重新索引缺失嵌入的记忆，使用 ONNX 后端实现快速启动。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TrafficLearner（traffic_learner.py）是记忆系统中最独特的组件——它从代理流量中自动提取模式，无需任何 LLM 调用，实现零延迟学习。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TrafficLearner 的模式提取基于纯规则匹配，分为四类：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类别 | 检测方式 | 示例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ERROR_RECOVERY | 匹配 failed→success 工具调用对 | Read 路径拼写错误后修正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ENVIRONMENT | 工具返回中的架构/版本信息 | 操作系统版本、Python 版本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PREFERENCE | Token 扫描纠正模式 | "don't use X, use Y instead"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ARCHITECTURE | 项目结构推断 | 目录布局、依赖关系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关键设计决策：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证据门控（min_evidence=5）：模式必须被多次观察才能被采纳，避免一次性噪声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矛盾丢弃：如果新模式与已有模式矛盾，丢弃证据较少的一方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系统提示剥离：过滤 Agent 框架注入的系统提醒，避免噪声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后台保存：使用 debounce 机制定期刷新到 CLAUDE.md/MEMORY.md，不影响请求延迟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跨会话状态：通过 SQLite 持久化，重启后自动水合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SharedContext（shared_context.py）实现了跨 Agent 的压缩上下文共享，复用 CCR 架构：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SharedContext 使用 TTL 过期（默认 1 小时）、最大条目限制（100）、LRU 淘汰，确保内存使用可控。Agent 通过 put() 放入内容，其他 Agent 通过 get() 获取压缩版本——这种"发布-订阅"式的上下文共享，使多 Agent 协作时无需传递完整上下文。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MemoryTracker（tracker.py）是单例的内存使用追踪器，注册各组件的统计函数，生成包含进程级内存（RSS/VMS）和组件级内存（条目数/大小/命中率/淘汰数）的完整报告。estimate_object_size() 方法递归估算 Python 对象的内存占用，为预算执行提供数据基础。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MemoryBudgetManager（budget.py）管理记忆文件的 Token 预算，按 Agent 类型设定不同的预算上限（Claude 2000、Cursor 3000 等），通过时间衰减、陈旧检测、相似合并三步优化记忆集合：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时间衰减：重要性按 importance × e^(-rate × age) 衰减，访问次数提供反向提升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陈旧检测：检查记忆引用的文件路径是否仍存在（通过 git ls-files 或文件系统检查）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相似合并：使用 Jaccard 词集相似度（阈值 0.85）合并高度相似的记忆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总：总结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的记忆系统是一个完整的"感知-记忆-行动"闭环：从对话中提取知识（Extraction/MemoryWrapper/TrafficLearner），按层次化作用域组织存储（HierarchicalMemory/BackendRouter），通过多种方式检索（语义搜索/全文搜索/MCP 工具），并持续优化（冒泡/预算管理/反馈学习）。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记忆系统的核心设计原则：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Protocol 驱动：所有组件通过 Protocol 接口解耦，支持任意后端替换（SQLite/PostgreSQL/Qdrant/Neo4j）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物理隔离：项目级存储路由从结构上杜绝跨项目数据泄露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零延迟提取：内联提取和规则学习避免额外 LLM 调用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时序完整性：supersession 链保留知识演化历史，支持时间点查询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自适应优化：冒泡、预算管理、流量学习形成持续优化闭环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这些设计使 Headroom 的记忆系统不仅是一个简单的向量数据库，而是一个具备"感知-记忆-推理"能力的知识管理基础设施，为 LLM Agent 提供了真正的长期记忆能力。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
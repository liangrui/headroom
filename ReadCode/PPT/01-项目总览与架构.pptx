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01 — 项目总览与架构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总（概述）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一句话定义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是一个 AI 上下文压缩层，它拦截 AI Agent 发往 LLM 的请求，对工具输出、日志、代码、搜索结果等内容进行智能压缩后再转发，同时通过 CCR（Compress-Cache-Retrieve）机制保证压缩可逆——LLM 可随时按需取回原始数据。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图1-1：Headroom 知识脑图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mindmap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root((Headroom))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核心定位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AI 上下文压缩层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60-95% token 削减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可逆压缩 CCR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本地优先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使用模式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Library 压缩库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compress(messages)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Python / TypeScript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Proxy 代理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headroom proxy --port 8787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零代码侵入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MCP Server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headroom_compress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headroom_retrieve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headroom_stats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Agent Wrap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headroom wrap claude|codex|cursor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压缩算法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SmartCrusher JSON统计压缩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CodeCompressor AST代码压缩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Kompress-base ML文本压缩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LogCompressor 日志压缩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SearchCompressor 搜索结果压缩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DiffCompressor 差异压缩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关键机制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ContentRouter 内容路由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CacheAligner 缓存对齐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CCR 可逆压缩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TOIN 遥测智能网络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Cross-agent Memory 跨Agent记忆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技术栈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Python 3.10+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Rust (headroom-core / headroom-proxy)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PyO3 桥接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Maturin 构建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Entry["入口层"]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Entry["入口层"]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direction LR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CLI["CLI&lt;br/&gt;headroom wrap/proxy/learn"]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SDK["Python SDK&lt;br/&gt;HeadroomClient"]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TS["TypeScript SDK&lt;br/&gt;npm headroom-ai"]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MCP["MCP Server&lt;br/&gt;headroom_compress/retrieve/stats"]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Pipeline["压缩管线"]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direction TB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CR["ContentRouter&lt;br/&gt;内容类型检测与路由"]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SC["SmartCrusher&lt;br/&gt;JSON统计压缩"]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CC["CodeCompressor&lt;br/&gt;AST代码压缩"]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KC["Kompress-base&lt;br/&gt;ML文本压缩"]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LC["LogCompressor&lt;br/&gt;日志压缩"]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SRC["SearchCompressor&lt;br/&gt;搜索结果压缩"]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DC["DiffCompressor&lt;br/&gt;差异压缩"]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CA["CacheAligner&lt;br/&gt;缓存前缀对齐"]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CCR["CCR 可逆压缩层"]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Store[("压缩存储&lt;br/&gt;SQLite / Redis")]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Tool["headroom_retrieve&lt;br/&gt;LLM按需取回"]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CT["ContextTracker&lt;br/&gt;多轮上下文追踪"]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Store &lt;--&gt; Tool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CT --&gt; Store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Memory["记忆与学习"]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XM["Cross-agent Memory&lt;br/&gt;跨Agent共享记忆"]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Learn["headroom learn&lt;br/&gt;失败会话挖掘"]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TOIN["TOIN&lt;br/&gt;工具输出智能网络"]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Providers["LLM 提供商"]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Anthropic["Anthropic&lt;br/&gt;Claude"]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OpenAI["OpenAI&lt;br/&gt;GPT-4o"]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Bedrock["AWS Bedrock"]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Vertex["GCP Vertex AI"]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47 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三种使用模式概览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模式 | 入口 | 特点 | 适用场景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Library | from headroom import compress | 内嵌应用，一行调用 | Python/TS 应用内集成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Proxy | headroom proxy --port 8787 | 零代码修改，透明代理 | 任何 OpenAI 兼容客户端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MCP Server | headroom mcp install | 标准 MCP 协议，工具注入 | Claude Code / Cursor 等 MCP 客户端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Agent Wrap | headroom wrap claude | 一键包装 Agent | Claude Code、Codex、Aider 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与竞品对比表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 | 覆盖范围 | 部署方式 | 本地运行 | 可逆压缩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 | 全部上下文：工具输出、RAG、日志、文件、历史 | Proxy · Library · Middleware · | ✅ | ✅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RTK | CLI 命令输出 | CLI 包装器 | ✅ | ❌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lean-ctx | CLI 命令、MCP 工具、编辑器规则 | CLI 包装器 · MCP | ✅ | ❌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Compresr / Token Co. | 发送到其 API 的文本 | 托管 API 调用 | ❌ | ❌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OpenAI Compaction | 对话历史 | 提供商原生 | ❌ | 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分（详细分析）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1. 项目定位与核心价值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解决的核心问题是：AI Agent 在调用工具后产生的海量输出（JSON、日志、搜索结果等）消耗了大量 token，其中大部分是冗余的，但用户仍在为这些浪费付费。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具体而言：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工具输出巨大：AI Agent 调用搜索、数据库查询、API 后，返回的 JSON 动辄数千 token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大部分数据冗余：60 个指标点中 55 个显示 cpu: 45%，50 条日志重复同一错误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上下文窗口被占满：模型有 128K token 限制，膨胀的工具输出挤占了有效空间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每次 token 都要付费：冗余数据既浪费金钱又增加延迟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的核心价值主张：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智能压缩而非盲目截断：通过统计分析保留关键信息（异常、突变、错误），而非简单丢弃尾部数据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压缩可逆：CCR 机制确保原始数据永不删除，LLM 可按需取回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确定性变换：压缩过程不调用 LLM，结果可预测、可复现，无额外 API 成本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多内容类型覆盖：JSON、代码（AST）、日志、搜索结果、差异、纯文本均有专用压缩器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 技术栈全景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采用 Python + Rust 双语言架构，通过 PyO3 桥接，Maturin 统一构建。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Python 侧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核心依赖：tiktoken（分词）、pydantic（配置模型）、litellm（模型注册）、click（CLI）、rich（终端输出）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代理服务：FastAPI + uvicorn + httpx（HTTP 代理）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ML 压缩：PyTorch + Transformers（Kompress-base 模型）、ONNX Runtime（推理加速）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记忆系统：hnswlib（向量索引）、sqlite-vec（向量存储）、sentence-transformers（嵌入）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图像压缩：Pillow + SigLIP + RapidOCR（ML 路由 + OCR）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集成框架：LangChain、Agno、Strands、LiteLLM 等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Rust 侧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核心库（headroom-core）：压缩算法、分词器、CCR、信号检测、认证模式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代理服务（headroom-proxy）：axum HTTP 框架、reqwest 客户端、SSE 解析、Bedrock/Vertex 原生路由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PyO3 绑定（headroom-py）：将 Rust 压缩器暴露给 Python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一致性校验（headroom-parity）：Python/Rust 压缩结果对比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User["用户层"]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User["用户层"]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PyApp["Python 应用"]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TSApp["TypeScript 应用"]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Agent["AI Agent&lt;br/&gt;Claude/Codex/Cursor"]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PythonPkg["Python 包 (headroom-ai)"]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CLI["Click CLI"]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Client["HeadroomClient"]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Compress["compress() API"]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Pipeline["TransformPipeline"]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ProxyPy["FastAPI Proxy"]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MCPSrv["MCP Server"]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subgraph Transforms["压缩变换"]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SC["SmartCrusher"]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CA["CacheAligner"]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CC["CodeCompressor"]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KC["Kompress-base"]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LC["LogCompressor"]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CR["ContentRouter"]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subgraph CCRPy["CCR 子系统"]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CStore["CompressionStore"]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CFB["CompressionFeedback"]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CT["ContextTracker"]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RustWorkspace["Rust Workspace"]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Core["headroom-core&lt;br/&gt;压缩算法核心"]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ProxyRust["headroom-proxy&lt;br/&gt;axum 反向代理"]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PyBind["headroom-py&lt;br/&gt;PyO3 绑定"]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Parity["headroom-parity&lt;br/&gt;一致性校验"]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Infra["基础设施"]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SQLite["SQLite"]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76 行)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 目录结构详解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项目根目录包含 Python 包 headroom/、Rust workspace crates/、测试 tests/、文档 docs/ 和 wiki/、基准测试 benchmarks/、端到端测试 e2e/、示例 examples/、以及 REALIGNMENT 重构计划。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图1-4：目录结构树形图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Root["/workspace"]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Root --&gt; Headroom["headroom/&lt;br/&gt;Python 主包"]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Root --&gt; Crates["crates/&lt;br/&gt;Rust Workspace"]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Root --&gt; Tests["tests/&lt;br/&gt;测试套件"]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Root --&gt; Docs["docs/&lt;br/&gt;文档站"]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Root --&gt; Wiki["wiki/&lt;br/&gt;Wiki 文档"]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Root --&gt; Bench["benchmarks/&lt;br/&gt;基准测试"]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Root --&gt; E2E["e2e/&lt;br/&gt;端到端测试"]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Root --&gt; Examples["examples/&lt;br/&gt;示例代码"]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Root --&gt; Realignment["REALIGNMENT/&lt;br/&gt;重构计划"]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Root --&gt; Scripts["scripts/&lt;br/&gt;构建脚本"]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Root --&gt; Plugins["plugins/&lt;br/&gt;插件"]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Root --&gt; SDK["sdk/typescript/&lt;br/&gt;TS SDK"]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 --&gt; HInit["__init__.py&lt;br/&gt;懒加载导出"]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 --&gt; HCore["核心模块&lt;br/&gt;client.py · compress.py&lt;br/&gt;config.py · pipeline.py&lt;br/&gt;parser.py · tokenizer.py"]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 --&gt; HTransforms["transforms/&lt;br/&gt;压缩变换管线"]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 --&gt; HCache["cache/&lt;br/&gt;缓存优化"]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 --&gt; HCCR["ccr/&lt;br/&gt;CCR 可逆压缩"]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 --&gt; HProxy["proxy/&lt;br/&gt;HTTP 代理服务"]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 --&gt; HProviders["providers/&lt;br/&gt;提供商适配"]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 --&gt; HMemory["memory/&lt;br/&gt;记忆系统"]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 --&gt; HLearn["learn/&lt;br/&gt;失败学习"]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 --&gt; HCLI["cli/&lt;br/&gt;命令行接口"]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 --&gt; HIntegrations["integrations/&lt;br/&gt;框架集成"]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 --&gt; HImage["image/&lt;br/&gt;图像压缩"]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Headroom --&gt; HTelemetry["telemetry/&lt;br/&gt;遥测/TOIN"]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Crates --&gt; CCore["headroom-core&lt;br/&gt;压缩算法核心"]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Crates --&gt; CProxy["headroom-proxy&lt;br/&gt;axum 反向代理"]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Crates --&gt; CPy["headroom-py&lt;br/&gt;PyO3 绑定"]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Crates --&gt; CParity["headroom-parity&lt;br/&gt;一致性校验"]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CCore --&gt; CCTransforms["transforms/&lt;br/&gt;SmartCrusher · LogCompressor&lt;br/&gt;SearchCompressor · DiffCompressor&lt;br/&gt;live_zone · tag_protector"]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CCore --&gt; CCCCR["ccr/&lt;br/&gt;SQLite · Redis · 内存后端"]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CCore --&gt; CCTokenizer["tokenizer/&lt;br/&gt;tiktoken · HF 分词器"]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CCore --&gt; CCSignals["signals/&lt;br/&gt;行重要性 · 关键词检测"]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CCore --&gt; CCAuth["auth_mode.rs&lt;br/&gt;认证模式分类"]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46 行)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图1-4：目录结构树形图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关键目录说明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目录 | 职责 | 关键文件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headroom/ | Python 主包 | __init__.py（懒加载导出）、compress.py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headroom/transforms/ | 压缩变换管线 | smart_crusher.py、content_route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headroom/ccr/ | CCR 可逆压缩 | tool_injection.py、response_han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headroom/proxy/ | HTTP 代理服务 | server.py（FastAPI 主入口）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headroom/providers/ | 提供商适配 | anthropic.py、openai.py、registr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9 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 系统架构深度解析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4.1 请求生命周期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暴露了一个稳定的请求生命周期，跨越 compress()、SDK 和代理三种使用模式：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Setup → Pre-Start → Post-Start → Input Received → Input Cached → Input Routed → Input Compressed → Input Remembered → Pre-Send → Post-Send → Response Received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图1-5：请求生命周期状态图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stateDiagram-v2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[*] --&gt; Setup: 请求到达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Setup --&gt; PreStart: 初始化配置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PreStart --&gt; PostStart: 预处理完成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PostStart --&gt; InputReceived: 接收消息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InputReceived --&gt; InputCached: 缓存原始内容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InputCached --&gt; InputRouted: ContentRouter&lt;br/&gt;检测内容类型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InputRouted --&gt; InputCompressed: 分发到对应压缩器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state InputCompressed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[*] --&gt; JSON: JSON数组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[*] --&gt; Code: 代码内容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[*] --&gt; Logs: 日志内容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[*] --&gt; Search: 搜索结果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[*] --&gt; Diff: 差异内容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[*] --&gt; Text: 纯文本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JSON --&gt; SmartCrusher: 统计分析压缩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Code --&gt; CodeCompressor: AST感知压缩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Logs --&gt; LogCompressor: 模板化压缩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Search --&gt; SearchCompressor: Top-N压缩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Diff --&gt; DiffCompressor: 差异压缩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Text --&gt; Kompress: ML压缩(可选)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SmartCrusher --&gt; Validated: Token验证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CodeCompressor --&gt; Validated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LogCompressor --&gt; Validated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SearchCompressor --&gt; Validated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DiffCompressor --&gt; Validated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Kompress --&gt; Validated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Validated --&gt; [*]: 压缩后token≤原始&lt;br/&gt;否则回退原始内容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InputCompressed --&gt; InputRemembered: CCR存储原始&lt;br/&gt;注入检索标记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InputRemembered --&gt; PreSend: CacheAligner&lt;br/&gt;缓存前缀对齐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PreSend --&gt; PostSend: 发送到LLM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43 行)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图1-5：请求生命周期状态图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生命周期各阶段详解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阶段 | 职责 | 核心组件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Setup | 初始化管线配置 | HeadroomConfig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Input Received | 接收原始消息，解析为 Block | parser.py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Input Cached | 缓存原始内容到 CCR 存储 | CompressionStore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Input Routed | ContentRouter 检测内容类型 | ContentRouter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Input Compressed | 按类型分发到专用压缩器 | SmartCrusher / CodeCompressor 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8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4.2 核心组件交互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图1-6：核心组件交互时序图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App as 应用/Agent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Entry as 入口层&lt;br/&gt;(SDK/Proxy/CLI)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Router as ContentRouter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SC as SmartCrusher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CC as CodeCompressor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KC as Kompress-base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CCR as CCR Store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CA as CacheAligner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LLM as LLM 提供商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RH as Response Handler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App-&gt;&gt;Entry: 发送消息(messages)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Entry-&gt;&gt;Entry: parse_messages() → Block分解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Entry-&gt;&gt;Router: ContentRouter.route(messages)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Router-&gt;&gt;Router: 检测内容类型&lt;br/&gt;(JSON/Code/Log/Search/Text)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JSON数组内容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Router-&gt;&gt;SC: 路由到SmartCrusher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SC-&gt;&gt;SC: 统计分析 → 策略选择&lt;br/&gt;(TIME_SERIES/CLUSTER/TOP_N/SMART_SAMPLE)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SC-&gt;&gt;CCR: store(原始内容)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SC--&gt;&gt;Router: 压缩后内容 + CCR标记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else 代码内容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Router-&gt;&gt;CC: 路由到CodeCompressor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CC-&gt;&gt;CC: AST解析 → 保留签名/导入/类型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CC-&gt;&gt;CCR: store(原始内容)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CC--&gt;&gt;Router: 压缩后内容 + CCR标记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else 纯文本内容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Router-&gt;&gt;KC: 路由到Kompress-base(可选)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KC-&gt;&gt;KC: ModernBERT token分类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KC-&gt;&gt;CCR: store(原始内容)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KC--&gt;&gt;Router: 压缩后内容 + CCR标记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Router--&gt;&gt;Entry: 压缩后消息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Entry-&gt;&gt;CA: CacheAligner.align(messages)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CA-&gt;&gt;CA: 提取动态内容 → 稳定前缀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CA--&gt;&gt;Entry: 缓存对齐后消息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51 行)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图1-6：核心组件交互时序图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关键交互说明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ContentRouter 是调度中枢：它检测每条消息的内容类型（JSON 数组、代码、日志、搜索结果、差异、纯文本），然后路由到对应的专用压缩器。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SmartCrusher 是主力压缩器：对 JSON 数组进行统计分析，识别常量字段、突变点、聚类模式，选择最优压缩策略：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TIME_SERIES：保留突变点，摘要稳定区间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CLUSTER：聚类相似日志，每类保留 1-2 条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TOP_N：搜索结果按分数排序保留 Top 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SMART_SAMPLE：统计采样 + 常量提取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CCR 保证可逆性：每次压缩都将原始内容存入 CCR Store，并在压缩后内容中注入检索标记。LLM 可通过 headroom_retrieve 工具按需取回原始数据。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CacheAligner 优化缓存命中：提取系统提示中的动态内容（日期、UUID、API Key 等），将其移到消息尾部，使前缀保持稳定，从而提高 Anthropic/OpenAI 的 KV 缓存命中率。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Response Handler 自动处理 CCR 工具调用：当 LLM 在响应中调用 headroom_retrieve 时，Response Handler 自动执行检索并继续对话，对调用者透明。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 入口点分析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_LAZY_EXPORTS: dict[str, tuple[str, str]] =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"HeadroomClient": ("headroom.client", "HeadroomClient"),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"SmartCrusher": ("headroom.transforms", "SmartCrusher"),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"compress": ("headroom.compress", "compress"),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... 60+ 导出项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__getattr__(name: str) -&gt; Any: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"""Resolve package exports lazily while preserving legacy import paths."""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module_attr = _LAZY_EXPORTS.get(name)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module_attr is not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module_name, attr_name = module_attr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value = getattr(import_module(module_name), attr_name)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globals()[name] = value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value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 入口点分析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提供多个入口点，覆盖不同使用场景：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5.1 CLI 入口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CLI 是最常用的入口，定义在 pyproject.toml 的 [project.scripts] 中：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[toml]: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[project.scripts]</a:t>
            </a:r>
            <a:br/>
            <a:r>
              <a:t>headroom = "headroom.cli:main"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主要子命令：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子命令 | 功能 | 入口文件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 proxy | 启动 HTTP 代理 | cli/proxy.py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 wrap | 包装 AI Agent | cli/wrap.py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 learn | 失败会话挖掘 | cli/learn.py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 mcp | MCP 服务器 | cli/mcp.py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 stats | 压缩统计 | cli/tools.py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5.2 Library 入口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一行压缩 API，最简集成方式：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headroom import compress</a:t>
            </a:r>
            <a:br/>
            <a:br/>
            <a:r>
              <a:t>result = compress(messages, model="claude-sonnet-4-5-20250929")</a:t>
            </a:r>
            <a:br/>
            <a:r>
              <a:t># result.messages          → 压缩后的消息</a:t>
            </a:r>
            <a:br/>
            <a:r>
              <a:t># result.tokens_saved      → 节省的 token 数</a:t>
            </a:r>
            <a:br/>
            <a:r>
              <a:t># result.compression_ratio → 压缩比（如 0.35 表示节省 65%）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核心实现在 compress.py，它内部调用 TransformPipeline 执行压缩管线。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5.3 SDK 入口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HeadroomClient 包装现有 LLM 客户端，透明拦截请求：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headroom import HeadroomClient, OpenAIProvider</a:t>
            </a:r>
            <a:br/>
            <a:r>
              <a:t>from openai import OpenAI</a:t>
            </a:r>
            <a:br/>
            <a:br/>
            <a:r>
              <a:t>client = HeadroomClient(</a:t>
            </a:r>
            <a:br/>
            <a:r>
              <a:t>    original_client=OpenAI(),</a:t>
            </a:r>
            <a:br/>
            <a:r>
              <a:t>    provider=OpenAIProvider(),</a:t>
            </a:r>
            <a:br/>
            <a:r>
              <a:t>    default_mode="optimize",</a:t>
            </a:r>
            <a:br/>
            <a:r>
              <a:t>)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核心实现在 client.py，通过 ChatCompletions 包装器拦截 create() 调用。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5.4 Rust Proxy 入口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Rust 代理服务独立运行，基于 axum 框架：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[rust]: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// crates/headroom-proxy/src/main.rs</a:t>
            </a:r>
            <a:br/>
            <a:r>
              <a:t>#[tokio::main]</a:t>
            </a:r>
            <a:br/>
            <a:r>
              <a:t>async fn main() -&gt; Result&lt;(), Box&lt;dyn std::error::Error + Send + Sync&gt;&gt; {</a:t>
            </a:r>
            <a:br/>
            <a:r>
              <a:t>    let args = CliArgs::parse();</a:t>
            </a:r>
            <a:br/>
            <a:r>
              <a:t>    let config = Config::from_cli(args);</a:t>
            </a:r>
            <a:br/>
            <a:r>
              <a:t>    let state = AppState::new(config.clone())?;</a:t>
            </a:r>
            <a:br/>
            <a:r>
              <a:t>    // ... Bedrock 凭证加载、GCP ADC 初始化</a:t>
            </a:r>
            <a:br/>
            <a:r>
              <a:t>    let app = build_app(state); ...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5.5 PyO3 桥接入口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Rust 核心能力通过 PyO3 暴露给 Python，实现在 headroom-py/src/lib.rs：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[rust]: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// 将 Rust SmartCrusher 暴露为 Python 类</a:t>
            </a:r>
            <a:br/>
            <a:r>
              <a:t>#[pyclass]</a:t>
            </a:r>
            <a:br/>
            <a:r>
              <a:t>struct SmartCrusher { inner: RustSmartCrusher }</a:t>
            </a:r>
            <a:br/>
            <a:br/>
            <a:r>
              <a:t>// 将 Rust DiffCompressor 暴露给 Python ContentRouter</a:t>
            </a:r>
            <a:br/>
            <a:r>
              <a:t>#[pyclass]</a:t>
            </a:r>
            <a:br/>
            <a:r>
              <a:t>struct DiffCompressor { inner: RustDiffCompressor 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Maturin 构建系统将 Rust 编译为 headroom/_core.so，与 Python 源码一起打包为单一 wheel，确保 pip install headroom-ai 一步到位。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5.6 包导出机制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\_\_init\_\_.py 采用懒加载模式，避免 import headroom 时加载所有依赖：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总（总结）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设计亮点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双语言架构的渐进式迁移：Python 提供快速迭代和丰富生态，Rust 提供高性能热路径。通过 PyO3 桥接，SmartCrusher 等核心组件已迁移到 Rust，而 ContentRouter 等复杂逻辑仍留在 Python。REALIGNMENT 计划最终将代理服务完全迁移到 Rust（Phase H）。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CCR 可逆压缩是核心护城河：不同于竞品的"压缩即丢失"，Headroom 保证压缩可逆——原始数据永不删除，LLM 可按需取回。这使得压缩可以更激进，因为最坏情况也只是取回原始数据。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确定性变换，零额外 API 成本：所有压缩算法基于统计分析、AST 解析、规则匹配，不调用 LLM。结果可预测、可复现，延迟 &lt;10ms。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多入口统一管线：Library、Proxy、MCP Server、Agent Wrap 四种使用模式共享同一压缩管线，确保行为一致。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缓存安全不变量：REALIGNMENT 计划定义了 10 条严格不变量（I1-I10），确保压缩过程不破坏 LLM 提供商的缓存机制——这是区别于"丢弃历史消息"思路的根本性设计转变。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懒加载包设计：__init__.py 的懒加载机制确保 import headroom 不会触发 ML 栈、代理服务、提供商 SDK 等重量级依赖的加载。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AgentLayer["Agent 层"]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LR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AgentLayer["Agent 层"]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Claude["Claude Code"]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Codex["OpenAI Codex"]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Cursor["Cursor"]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Aider["Aider"]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Copilot["Copilot CLI"]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Custom["自定义 Agent"]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HeadroomLayer["Headroom 压缩层"]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direction TB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Entry["入口适配&lt;br/&gt;wrap · proxy · SDK · MCP"]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Engine["压缩引擎&lt;br/&gt;SmartCrusher · CodeCompressor&lt;br/&gt;Kompress · LogCompressor&lt;br/&gt;SearchCompressor · DiffCompressor"]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CCR["CCR 可逆层&lt;br/&gt;存储 · 检索 · 追踪"]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Cache["缓存优化&lt;br/&gt;CacheAligner · 前缀稳定&lt;br/&gt;工具定义规范化"]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ProviderLayer["提供商层"]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Anthropic["Anthropic&lt;br/&gt;Claude API"]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OpenAI["OpenAI&lt;br/&gt;GPT-4o API"]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Bedrock["AWS Bedrock&lt;br/&gt;SigV4 签名"]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Vertex["GCP Vertex AI&lt;br/&gt;ADC 认证"]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Ecosystem["周边生态"]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RTK["RTK&lt;br/&gt;CLI输出重写"]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LeanCtx["lean-ctx&lt;br/&gt;CLI上下文工具"]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LangChain["LangChain&lt;br/&gt;Agent框架"]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Agno["Agno&lt;br/&gt;Agent框架"]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AgentLayer --&gt;|"工具输出 · 日志 · RAG"| Entry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Entry --&gt; Engine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Engine --&gt; CCR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CCR --&gt; Cache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Cache --&gt;|"压缩后请求"| ProviderLayer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RTK -.-&gt;|"CLI输出预处理"| HeadroomLayer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LeanCtx -.-&gt;|"CLI上下文工具"| HeadroomLayer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42 行)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后续章节导航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章节 | 主题 | 预计内容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02 | 压缩算法深度解析 | SmartCrusher 统计分析、CodeCompress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03 | CCR 可逆压缩机制 | 压缩存储、检索 API、工具注入、响应处理、上下文追踪、反馈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04 | 代理服务架构 | Python Proxy vs Rust Proxy、SSE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05 | 缓存优化策略 | CacheAligner、前缀稳定、工具定义规范化、cach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06 | 记忆与学习系统 | Cross-agent Memory、headroom le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8 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
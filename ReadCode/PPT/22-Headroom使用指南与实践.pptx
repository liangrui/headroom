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2743200"/>
            <a:ext cx="1828800" cy="50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22. Headroom 使用指南与实践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97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Headroom 项目代码深度分析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2926080"/>
            <a:ext cx="13716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总（概述）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图 22-1: Headroom 使用方式知识脑图 — 图表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mindmap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root((Headroom 使用模式))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Library 模式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compress 单函数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HeadroomClient SDK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CompressConfig 配置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Proxy 模式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headroom proxy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环境变量代理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Docker 部署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Agent Wrap 模式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Claude Code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Codex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Cursor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Aider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Copilot CLI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OpenClaw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MCP 集成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headroom_compress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headroom_retrieve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headroom_stats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框架集成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LangChain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Agno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Strands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ASGI 中间件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TypeScript SDK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图 22-2: Headroom 使用模式选择决策图 — 图表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flowchart TD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A[如何选择 Headroom 使用模式?] --&gt; B{是否需要修改代码?}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B --&gt;|不想改代码| C{使用什么工具?}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B --&gt;|可以改代码| D{使用什么语言?}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 --&gt;|AI 编程 Agent| E[Agent Wrap 模式]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 --&gt;|已有 LLM 客户端| F[Proxy 模式]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 --&gt;|Claude Code / Cursor| G[MCP 集成]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D --&gt;|Python| H{需要多少控制?}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D --&gt;|TypeScript / Node| I[TypeScript SDK]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H --&gt;|最简接入| J[compress 函数]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H --&gt;|精细控制| K[HeadroomClient SDK]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H --&gt;|已有框架| L[框架集成]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L --&gt; L1[LangChain]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L --&gt; L2[Agno]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L --&gt; L3[Strands]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 --&gt; E1[headroom wrap claude]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 --&gt; E2[headroom wrap codex]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 --&gt; E3[headroom wrap aider]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F --&gt; F1[headroom proxy --port 8787]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G --&gt; G1[headroom mcp install]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核心使用模式概览表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模式 | 命令/接口 | 零代码 | 适用场景 | 典型节省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Library | compress() / HeadroomClient | ❌ | Python 应用内嵌 | 60–95%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Proxy | headroom proxy | ✅ | 任何语言、已有工具 | 60–95%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Agent Wrap | headroom wrap | ✅ | Claude/Codex/Aider 等 | 60–92%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MCP | headroom mcp install | ✅ | MCP 兼容客户端 | 按需压缩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框架集成 | 各框架适配器 | ❌ | LangChain/Agno/Strands | 60–90%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2926080"/>
            <a:ext cx="13716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分（详细分析）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1. 安装与初始化 — bash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核心包（最小依赖）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pip install headroom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带代理服务器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pip install "headroom-ai[proxy]"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带 MCP 工具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pip install "headroom-ai[mcp]"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带语义相关性评分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pip install "headroom-ai[relevance]"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带 ML 压缩（Kompress 模型）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pip install "headroom-ai[ml]"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带 LangChain 集成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pip install "headroom-ai[langchain]"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全部安装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pip install "headroom-ai[all]"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1. 安装与初始化 — bash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一键安装（Linux）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curl -fsSL https://raw.githubusercontent.com/chopratejas/headroom/main/scripts/install.sh | bash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macOS（需 bash 4.3+）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curl -fsSL https://raw.githubusercontent.com/chopratejas/headroom/main/scripts/install.sh | "$(brew --prefix bash)/bin/bash"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Windows PowerShell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irm https://raw.githubusercontent.com/chopratejas/headroom/main/scripts/install.ps1 | iex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直接拉取镜像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docker pull ghcr.io/chopratejas/headroom:latest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1. 安装与初始化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pip install 安装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&gt; 需要 Python 3.10+。使用 pipx 时请指定解释器：pipx install --python python3.13 "headroom-ai[all]"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Docker 安装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安装脚本会将 headroom wrapper 写入 ~/.local/bin，自动挂载 ~/.headroom、~/.claude、~/.codex、~/.gemini 到容器内，保持与原生安装一致的行为。详见 install.sh。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npm 安装（TypeScript SDK）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[bash]: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npm install headroom-ai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环境变量配置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变量 | 说明 | 默认值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ANTHROPIC_API_KEY | Anthropic API 密钥 | —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OPENAI_API_KEY | OpenAI API 密钥 | —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HEADROOM_HOST | 代理绑定主机 | 127.0.0.1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HEADROOM_PORT | 代理端口 | 8787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HEADROOM_MODE | 优化模式（token/cache） | token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  ... 共 9 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图 22-3: 安装流程图 — 图表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flowchart TD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A[选择安装方式] --&gt; B{运行环境?}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B --&gt;|Python 原生| C[pip install headroom-ai]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B --&gt;|Docker| D[curl install.sh]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B --&gt;|Node.js| E[npm install headroom-ai]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 --&gt; C1{需要哪些功能?}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C1 --&gt;|代理| C2[pip install headroom-ai proxy]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C1 --&gt;|MCP| C3[pip install headroom-ai mcp]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C1 --&gt;|全部| C4[pip install headroom-ai all]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D --&gt; D1[验证 Docker 可用]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D1 --&gt; D2[拉取 GHCR 镜像]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D2 --&gt; D3[安装 headroom wrapper]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D3 --&gt; D4[更新 shell PATH]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 --&gt; E1[需要运行 Headroom proxy]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C2 &amp; C3 &amp; C4 &amp; D4 &amp; E1 --&gt; F[配置 API 密钥]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F --&gt; G[headroom proxy 验证安装]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G --&gt; H[✅ 安装完成]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图 22-3: 安装流程图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 Library 模式：Python API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from headroom import compress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from headroom.compress import CompressConfig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编程 Agent（默认——跳过用户消息，保护最近对话）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result = compress(messages, model="gpt-4o")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金融文档（压缩所有内容，保留 50%）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result = compress(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messages,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model="claude-opus-4-20250514",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compress_user_messages=True,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target_ratio=0.5,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protect_recent=0,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激进模式（日志、搜索结果）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result = compress(messages, model="gpt-4o", target_ratio=0.2)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 Library 模式：Python API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from headroom import HeadroomClient, OpenAIProvider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from openai import OpenAI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创建包装客户端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client = HeadroomClient(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original_client=OpenAI(),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provider=OpenAIProvider(),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default_mode="optimize",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使用方式与原始客户端完全一致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response = client.chat.completions.create(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model="gpt-4o",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messages=[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{"role": "system", "content": "You are a helpful assistant."},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{"role": "user", "content": "Hello!"},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],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 Library 模式：Python API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from anthropic import Anthropic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from headroom import HeadroomClient, AnthropicProvider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client = HeadroomClient(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original_client=Anthropic(),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provider=AnthropicProvider(),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default_mode="optimize",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response = client.messages.create(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model="claude-3-5-sonnet-20241022",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max_tokens=1024,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messages=[{"role": "user", "content": "Hello!"}],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 Library 模式：Python API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from openai import OpenAI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from headroom import compress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client = OpenAI()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messages = [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{"role": "user", "content": "Analyze these results"},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{"role": "tool", "content": big_json_output, "tool_call_id": "call_1"},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compressed = compress(messages, model="gpt-4o")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response = client.chat.completions.create(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model="gpt-4o",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messages=compressed.messages,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 Library 模式：Python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compress() 单函数接口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最简单的集成方式——两行代码即可接入：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from headroom import compress</a:t>
            </a:r>
            <a:br/>
            <a:br/>
            <a:r>
              <a:t># 压缩消息</a:t>
            </a:r>
            <a:br/>
            <a:r>
              <a:t>result = compress(messages, model="claude-sonnet-4-5-20250929")</a:t>
            </a:r>
            <a:br/>
            <a:br/>
            <a:r>
              <a:t># 使用压缩后的消息</a:t>
            </a:r>
            <a:br/>
            <a:r>
              <a:t>response = your_client.create(messages=result.messages)</a:t>
            </a:r>
            <a:br/>
            <a:r>
              <a:t> ...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compress() 返回 CompressResult 对象，包含以下字段：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字段 | 类型 | 说明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messages | list[dict] | 压缩后的消息（格式与输入相同）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tokens_before | int | 压缩前 token 数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tokens_after | int | 压缩后 token 数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tokens_saved | int | 节省的 token 数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compression_ratio | float | 压缩比（0.0 = 无节省, 1.0 = 全部移除）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  ... 共 6 行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核心实现见 compress.py，内部使用单例 TransformPipeline（CacheAligner → ContentRouter → SmartCrusher/Kompress）。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CompressConfig 配置选项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参数 | 默认值 | 说明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compress_user_messages | False | 是否压缩用户消息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compress_system_messages | True | 是否压缩系统消息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protect_recent | 4 | 保护最近 N 条消息不被压缩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protect_analysis_context | True | 检测"分析"意图并保护代码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target_ratio | None | Kompress 保留比例（None = 模型决定）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  ... 共 7 行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HeadroomClient 高级客户端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HeadroomClient 支持三种模式：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模式 | 行为 | 用途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audit | 观察并记录，不修改请求 | 生产监控、基线测量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optimize | 应用安全的确定性转换 | 生产优化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simulate | 返回计划但不调用 API | 测试、成本估算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实现细节见 client.py，核心流程：parse_messages → TransformPipeline.apply → CacheOptimizer.optimize → call_client_transport。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Anthropic SDK 集成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OpenAI SDK 集成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LiteLLM 集成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import litellm</a:t>
            </a:r>
            <a:br/>
            <a:r>
              <a:t>from headroom import compress</a:t>
            </a:r>
            <a:br/>
            <a:br/>
            <a:r>
              <a:t>messages = [...]</a:t>
            </a:r>
            <a:br/>
            <a:r>
              <a:t>compressed = compress(messages, model="bedrock/claude-sonnet")</a:t>
            </a:r>
            <a:br/>
            <a:r>
              <a:t>response = litellm.completion(model="bedrock/claude-sonnet", messages=compressed.messages)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或使用回调模式：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import litellm</a:t>
            </a:r>
            <a:br/>
            <a:r>
              <a:t>from headroom.integrations.litellm_callback import HeadroomCallback</a:t>
            </a:r>
            <a:br/>
            <a:br/>
            <a:r>
              <a:t>litellm.callbacks = [HeadroomCallback()]</a:t>
            </a:r>
            <a:br/>
            <a:br/>
            <a:r>
              <a:t># 所有调用自动压缩</a:t>
            </a:r>
            <a:br/>
            <a:r>
              <a:t>response = litellm.completion(model="gpt-4o", messages=[...])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图 22-4: Library 模式调用时序图 — 图表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sequenceDiagram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App as 应用代码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HR as Headroom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Pipe as TransformPipeline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LLM as LLM Provider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App-&gt;&gt;HR: compress(messages, model)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HR-&gt;&gt;Pipe: apply(messages, model, model_limit)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Pipe-&gt;&gt;Pipe: CacheAligner 稳定前缀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Pipe-&gt;&gt;Pipe: ContentRouter 路由内容类型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Pipe-&gt;&gt;Pipe: SmartCrusher 压缩 JSON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Pipe-&gt;&gt;Pipe: Kompress 压缩文本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Pipe--&gt;&gt;HR: CompressResult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HR--&gt;&gt;App: 返回压缩后消息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Note over App,LLM: HeadroomClient 模式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App-&gt;&gt;HR: client.chat.completions.create()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HR-&gt;&gt;Pipe: apply(messages)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Pipe--&gt;&gt;HR: 优化后消息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HR-&gt;&gt;LLM: 转发优化请求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LLM--&gt;&gt;HR: 响应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HR--&gt;&gt;App: 返回原始格式响应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图 22-4: Library 模式调用时序图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3. Proxy 模式：零代码集成 — bash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基本启动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headroom proxy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自定义端口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headroom proxy --port 8080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完整配置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headroom proxy \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--host 0.0.0.0 \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--port 8787 \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--mode token \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--log-file /var/log/headroom.jsonl \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--budget 100.0 \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--memory \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--learn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3. Proxy 模式：零代码集成 — bash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自动安装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cd examples/deployment/macos-launchagent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./install.sh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自定义端口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./install.sh --port 9000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查看状态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launchctl print gui/$(id -u)/com.headroom.proxy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重启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launchctl kickstart -k gui/$(id -u)/com.headroom.proxy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3. Proxy 模式：零代码集成 — bash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持久化服务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headroom install apply --preset persistent-service --providers auto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持久化 Docker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headroom install apply --preset persistent-docker --scope user --providers auto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查看状态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headroom install status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重启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headroom install restart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3. Proxy 模式：零代码集成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启动代理服务器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CLI 实现见 proxy.py，通过 Click 定义所有选项并构建 ProxyConfig。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环境变量代理设置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[bash]: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# Claude Code</a:t>
            </a:r>
            <a:br/>
            <a:r>
              <a:t>ANTHROPIC_BASE_URL=http://localhost:8787 claude</a:t>
            </a:r>
            <a:br/>
            <a:br/>
            <a:r>
              <a:t># OpenAI 兼容客户端</a:t>
            </a:r>
            <a:br/>
            <a:r>
              <a:t>OPENAI_BASE_URL=http://localhost:8787/v1 your-app</a:t>
            </a:r>
            <a:br/>
            <a:br/>
            <a:r>
              <a:t># GitHub Copilot CLI</a:t>
            </a:r>
            <a:br/>
            <a:r>
              <a:t>headroom wrap copilot -- --model claude-sonnet-4-20250514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运行模式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模式 | 说明 | 适用场景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token | 优先压缩，可重写历史轮次 | 最大化即时节省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cache | 冻结历史轮次，仅压缩最新轮 | 长对话，保持前缀缓存命中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[bash]: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headroom proxy --mode token       # 最大化压缩</a:t>
            </a:r>
            <a:br/>
            <a:r>
              <a:t>HEADROOM_MODE=cache headroom proxy  # 保持缓存稳定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认证与安全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代理默认绑定 127.0.0.1（仅本地访问），API 密钥直接透传到上游 LLM 提供商：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[bash]: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# 安全：仅本地可访问</a:t>
            </a:r>
            <a:br/>
            <a:r>
              <a:t>headroom proxy --host 127.0.0.1</a:t>
            </a:r>
            <a:br/>
            <a:br/>
            <a:r>
              <a:t># 危险：对外暴露（需配合防火墙）</a:t>
            </a:r>
            <a:br/>
            <a:r>
              <a:t>headroom proxy --host 0.0.0.0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API 端点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端点 | 方法 | 说明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/v1/messages | POST | Anthropic 格式请求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/v1/chat/completions | POST | OpenAI 格式请求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/v1/compress | POST | 仅压缩，不调用 LLM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/livez | GET | 存活检查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/readyz | GET | 就绪检查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  ... 共 9 行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/v1/compress 端点特别适用于 TypeScript SDK 和任何 HTTP 客户端：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[bash]: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curl -X POST http://localhost:8787/v1/compress \</a:t>
            </a:r>
            <a:br/>
            <a:r>
              <a:t>  -H "Content-Type: application/json" \</a:t>
            </a:r>
            <a:br/>
            <a:r>
              <a:t>  -d '{"messages": [...], "model": "gpt-4o"}'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Docker 部署方案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[dockerfile]: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FROM python:3.11-slim</a:t>
            </a:r>
            <a:br/>
            <a:r>
              <a:t>RUN apt-get update &amp;&amp; apt-get install -y --no-install-recommends build-essential \</a:t>
            </a:r>
            <a:br/>
            <a:r>
              <a:t>    &amp;&amp; pip install "headroom-ai[proxy]" \</a:t>
            </a:r>
            <a:br/>
            <a:r>
              <a:t>    &amp;&amp; apt-get purge -y build-essential &amp;&amp; apt-get autoremove -y \</a:t>
            </a:r>
            <a:br/>
            <a:r>
              <a:t>    &amp;&amp; rm -rf /var/lib/apt/lists/*</a:t>
            </a:r>
            <a:br/>
            <a:r>
              <a:t>EXPOSE 8787</a:t>
            </a:r>
            <a:br/>
            <a:r>
              <a:t>CMD ["headroom", "proxy", "--host", "0.0.0.0"]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使用 Docker Compose 持久化部署：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[bash]: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export HEADROOM_HOST_HOME="$HOME"</a:t>
            </a:r>
            <a:br/>
            <a:r>
              <a:t>export HEADROOM_WORKSPACE="$PWD"</a:t>
            </a:r>
            <a:br/>
            <a:r>
              <a:t>docker compose -f docker/docker-compose.native.yml up -d proxy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macOS 持久化部署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使用 LaunchAgent 实现开机自启、崩溃自动重启：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详见 macos-deployment.md。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Linux 持久化部署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使用 headroom install 命令：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详见 persistent-installs.md。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图 22-5: Proxy 请求处理时序图 — 图表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sequenceDiagram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Client as LLM 客户端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Proxy as Headroom Proxy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Pipeline as 压缩管线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Store as CCR Store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Upstream as 上游 LLM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Client-&gt;&gt;Proxy: POST /v1/messages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Proxy-&gt;&gt;Proxy: 请求解析 + 深拷贝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Proxy-&gt;&gt;Pipeline: TransformPipeline.apply()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Pipeline-&gt;&gt;Pipeline: CacheAligner 稳定前缀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Pipeline-&gt;&gt;Pipeline: ContentRouter 路由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Pipeline-&gt;&gt;Pipeline: SmartCrusher/Kompress 压缩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Pipeline-&gt;&gt;Store: 缓存原始内容（CCR）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Pipeline--&gt;&gt;Proxy: 压缩后消息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Proxy-&gt;&gt;Upstream: 转发压缩请求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Upstream--&gt;&gt;Proxy: LLM 响应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Proxy-&gt;&gt;Proxy: 处理 headroom_retrieve 调用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Proxy--&gt;&gt;Client: 返回响应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图 22-5: Proxy 请求处理时序图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4. Agent Wrap 模式：一键包装 — bash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基本用法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headroom wrap claude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恢复会话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headroom wrap claude --resume &lt;session-id&gt;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自定义端口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headroom wrap claude --port 9999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启用记忆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headroom wrap claude --memory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复用已有代理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headroom wrap claude --no-proxy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4. Agent Wrap 模式：一键包装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 wrap 是最便捷的 Agent 集成方式——一条命令即可启动代理并配置 Agent。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支持的 Agent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Agent | 命令 | 机制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Claude Code | headroom wrap claude | 设置 ANTHROPIC_BASE_URL + 启动代理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Codex | headroom wrap codex | 设置 OPENAI_BASE_URL + 启动代理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Cursor | headroom wrap cursor | 启动代理 + 打印配置指引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Aider | headroom wrap aider | 设置 OPENAI_API_BASE + 启动代理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Copilot CLI | headroom wrap copilot | BYOK 提供商设置 + 启动代理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  ... 共 6 行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Claude Code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Codex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[bash]: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# 基本用法</a:t>
            </a:r>
            <a:br/>
            <a:r>
              <a:t>headroom wrap codex</a:t>
            </a:r>
            <a:br/>
            <a:br/>
            <a:r>
              <a:t># 传递参数</a:t>
            </a:r>
            <a:br/>
            <a:r>
              <a:t>headroom wrap codex -- "fix the bug"</a:t>
            </a:r>
            <a:br/>
            <a:br/>
            <a:r>
              <a:t># 使用 anyllm 后端</a:t>
            </a:r>
            <a:br/>
            <a:r>
              <a:t>headroom wrap codex --backend anyllm --anyllm-provider groq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Aider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[bash]: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headroom wrap aider</a:t>
            </a:r>
            <a:br/>
            <a:r>
              <a:t>headroom wrap aider -- --model gpt-4o</a:t>
            </a:r>
            <a:br/>
            <a:r>
              <a:t>headroom wrap aider --backend litellm-vertex --region us-central1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Cursor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[bash]: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headroom wrap cursor</a:t>
            </a:r>
            <a:br/>
            <a:r>
              <a:t># 输出配置指引，代理保持运行</a:t>
            </a:r>
            <a:br/>
            <a:r>
              <a:t># 在 Cursor 设置中填入 base URL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Copilot CLI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[bash]: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headroom wrap copilot -- --model claude-sonnet-4-20250514</a:t>
            </a:r>
            <a:br/>
            <a:r>
              <a:t>headroom wrap copilot --backend anyllm --anyllm-provider groq -- --model gpt-4o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OpenClaw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[bash]: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headroom wrap openclaw</a:t>
            </a:r>
            <a:br/>
            <a:r>
              <a:t># 安装 Headroom 插件并配置为 contextEngine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环境变量注入机制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 wrap 的核心机制是环境变量注入：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Agent | 注入的环境变量 | 效果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Claude Code | ANTHROPIC_BASE_URL=http://127. | 请求走 Headroom 代理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Codex | OPENAI_BASE_URL=http://127.0.0 | 请求走 Headroom 代理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Aider | OPENAI_API_BASE + ANTHROPIC_BA | 双提供商支持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Copilot | BYOK 提供商设置 | 代理路由到正确后端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实现见 wrap.py 和 install.sh 中的 Docker-native wrapper。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最佳实践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优先使用 --no-proxy 复用代理：如果已有持久化代理运行，避免启动第二个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启用 --memory：跨会话记忆，Agent 能记住之前的工作上下文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启用 --learn：自动学习失败模式，减少重复错误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Docker 模式下使用 --no-rtk：如果不需要 rtk 上下文工具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图 22-6: Agent Wrap 启动流程图 — 图表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flowchart TD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A[headroom wrap claude] --&gt; B{已有持久化代理?}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B --&gt;|是| C[复用现有代理]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B --&gt;|否| D[启动临时代理 :8787]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 &amp; D --&gt; E[等待 /readyz]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 --&gt; F{rtk/lean-ctx 可用?}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F --&gt;|是| G[注册上下文工具钩子]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F --&gt;|否| H[跳过 rtk 安装]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G &amp; H --&gt; I[设置 ANTHROPIC_BASE_URL]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I --&gt; J[启动 Claude Code]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J --&gt; K[所有请求经代理压缩]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K --&gt; L[会话结束时代理退出]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图 22-6: Agent Wrap 启动流程图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5. MCP 集成 — bash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安装 MCP 依赖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pip install "headroom-ai[mcp]"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注册到 Claude Code（一次性）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headroom mcp install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自定义代理 URL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headroom mcp install --proxy-url http://127.0.0.1:9000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查看状态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headroom mcp status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卸载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headroom mcp uninstall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5. MCP 集成 — 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Claude: 让我压缩这个大输出以节省上下文空间。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→ headroom_compress(content="[5000 lines of grep results...]")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←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"compressed": "[key matches with context...]",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"hash": "a1b2c3d4e5f6...",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"original_tokens": 12000,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"compressed_tokens": 3200,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"savings_percent": 73.3,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"transforms": ["router:search:0.27"]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}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5. MCP 集成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MCP（Model Context Protocol）集成让任何 MCP 兼容客户端直接使用 Headroom 的压缩、检索和统计工具。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安装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三个 MCP 工具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工具 | 说明 | 参数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headroom_compress | 按需压缩内容 | content（必需）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headroom_retrieve | 检索原始未压缩内容 | hash（必需）, query（可选）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headroom_stats | 会话压缩统计 | 无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headroom_compress 使用示例：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headroom_retrieve 使用示例：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Claude: 我需要查看完整的原始数据。</a:t>
            </a:r>
            <a:br/>
            <a:br/>
            <a:r>
              <a:t>→ headroom_retrieve(hash="a1b2c3d4e5f6")</a:t>
            </a:r>
            <a:br/>
            <a:br/>
            <a:r>
              <a:t>← {</a:t>
            </a:r>
            <a:br/>
            <a:r>
              <a:t>    "original_content": "[完整 5000 行...]",</a:t>
            </a:r>
            <a:br/>
            <a:r>
              <a:t>    "source": "local"</a:t>
            </a:r>
            <a:br/>
            <a:r>
              <a:t>  }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安全模式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MCP 工具的存储有 TTL 限制：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来源 | TTL | 说明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headroom_compress 压缩的内容 | 1 小时 | 会话级存储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Proxy 自动压缩的内容 | 5 分钟 | 代理级存储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MCP + Proxy 完整架构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MCP 和 Proxy 不冲突——Proxy 在 HTTP 层自动压缩，MCP 工具在 LLM 接收内容后按需操作，不会双重压缩。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MCP_Only["MCP Only（无代理）"]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flowchart TD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subgraph MCP_Only["MCP Only（无代理）"]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A1[Claude Code] --&gt;|调用 headroom_compress| B1[MCP Server]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B1 --&gt;|本地压缩| C1[CompressionStore]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A1 --&gt;|调用 headroom_retrieve| B1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B1 --&gt;|从本地存储检索| C1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subgraph MCP_Proxy["MCP + Proxy（完整方案）"]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A2[Claude Code] --&gt;|1. 发送请求| D2[Proxy 自动压缩]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D2 --&gt;|2. 压缩后响应| A2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A2 --&gt;|3. 按需调用 headroom_compress| B2[MCP Server]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B2 --&gt;|4. 检索: 先查本地| C2[本地 Store]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C2 --&gt;|未找到| C3[代理 Store]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A2 --&gt;|5. 调用 headroom_stats| B2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B2 --&gt;|聚合统计| A2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图 22-7: MCP 集成架构图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6. 框架集成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from strands import Agent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from strands.models.bedrock import BedrockModel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from headroom.integrations.strands import HeadroomStrandsModel, HeadroomHookProvider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模型包装（压缩对话历史）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model = BedrockModel(model_id="us.anthropic.claude-sonnet-4-20250514-v1:0")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optimized = HeadroomStrandsModel(wrapped_model=model)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Hook 提供者（压缩工具输出）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hooks = HeadroomHookProvider(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compress_tool_outputs=True,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min_tokens_to_compress=200,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preserve_errors=True,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两者结合，最大化节省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agent = Agent(model=optimized, hooks=[hooks])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6. 框架集成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LangChain 集成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[bash]: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pip install "headroom-ai[langchain]"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Chat Model 包装：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from langchain_openai import ChatOpenAI</a:t>
            </a:r>
            <a:br/>
            <a:r>
              <a:t>from headroom.integrations import HeadroomChatModel</a:t>
            </a:r>
            <a:br/>
            <a:br/>
            <a:r>
              <a:t>llm = HeadroomChatModel(ChatOpenAI(model="gpt-4o"))</a:t>
            </a:r>
            <a:br/>
            <a:r>
              <a:t>response = llm.invoke("Hello!")</a:t>
            </a:r>
            <a:br/>
            <a:br/>
            <a:r>
              <a:t># 查看节省</a:t>
            </a:r>
            <a:br/>
            <a:r>
              <a:t>print(llm.get_metrics()) ...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Memory 集成：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from headroom.integrations import HeadroomChatMessageHistory</a:t>
            </a:r>
            <a:br/>
            <a:br/>
            <a:r>
              <a:t>compressed_history = HeadroomChatMessageHistory(</a:t>
            </a:r>
            <a:br/>
            <a:r>
              <a:t>    base_history,</a:t>
            </a:r>
            <a:br/>
            <a:r>
              <a:t>    compress_threshold_tokens=4000,</a:t>
            </a:r>
            <a:br/>
            <a:r>
              <a:t>    keep_recent_turns=5,</a:t>
            </a:r>
            <a:br/>
            <a:r>
              <a:t>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Retriever 集成：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from headroom.integrations import HeadroomDocumentCompressor</a:t>
            </a:r>
            <a:br/>
            <a:br/>
            <a:r>
              <a:t>compressor = HeadroomDocumentCompressor(</a:t>
            </a:r>
            <a:br/>
            <a:r>
              <a:t>    max_documents=10,</a:t>
            </a:r>
            <a:br/>
            <a:r>
              <a:t>    min_relevance=0.3,</a:t>
            </a:r>
            <a:br/>
            <a:r>
              <a:t>    prefer_diverse=True,</a:t>
            </a:r>
            <a:br/>
            <a:r>
              <a:t>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Agent Tool 包装：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from headroom.integrations import wrap_tools_with_headroom</a:t>
            </a:r>
            <a:br/>
            <a:br/>
            <a:r>
              <a:t>wrapped_tools = wrap_tools_with_headroom(</a:t>
            </a:r>
            <a:br/>
            <a:r>
              <a:t>    tools,</a:t>
            </a:r>
            <a:br/>
            <a:r>
              <a:t>    min_chars_to_compress=1000,</a:t>
            </a:r>
            <a:br/>
            <a:r>
              <a:t>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LangGraph 压缩节点：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from headroom.integrations.langchain import create_compress_tool_messages_node</a:t>
            </a:r>
            <a:br/>
            <a:br/>
            <a:r>
              <a:t>graph.add_node("compress", create_compress_tool_messages_node(</a:t>
            </a:r>
            <a:br/>
            <a:r>
              <a:t>    min_tokens_to_compress=100,</a:t>
            </a:r>
            <a:br/>
            <a:r>
              <a:t>))</a:t>
            </a:r>
            <a:br/>
            <a:r>
              <a:t>graph.add_edge("tools", "compress")</a:t>
            </a:r>
            <a:br/>
            <a:r>
              <a:t>graph.add_edge("compress", "agent")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Agno 集成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from agno.agent import Agent</a:t>
            </a:r>
            <a:br/>
            <a:r>
              <a:t>from agno.models.anthropic import Claude</a:t>
            </a:r>
            <a:br/>
            <a:r>
              <a:t>from headroom.integrations.agno import HeadroomAgnoModel</a:t>
            </a:r>
            <a:br/>
            <a:br/>
            <a:r>
              <a:t>model = HeadroomAgnoModel(Claude(id="claude-sonnet-4-20250514"))</a:t>
            </a:r>
            <a:br/>
            <a:r>
              <a:t>agent = Agent(model=model, tools=[your_tools])</a:t>
            </a:r>
            <a:br/>
            <a:r>
              <a:t>response = agent.run("Investigate the issue")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Strands 集成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ASGI 中间件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适用于 FastAPI、Starlette、LiteLLM Proxy 等任何 ASGI 应用：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from headroom.integrations.asgi import CompressionMiddleware</a:t>
            </a:r>
            <a:br/>
            <a:br/>
            <a:r>
              <a:t># FastAPI</a:t>
            </a:r>
            <a:br/>
            <a:r>
              <a:t>app = FastAPI()</a:t>
            </a:r>
            <a:br/>
            <a:r>
              <a:t>app.add_middleware(CompressionMiddleware)</a:t>
            </a:r>
            <a:br/>
            <a:br/>
            <a:r>
              <a:t># LiteLLM Proxy</a:t>
            </a:r>
            <a:br/>
            <a:r>
              <a:t>from litellm.proxy.proxy_server import app ...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中间件拦截 /v1/messages、/v1/chat/completions、/v1/responses 的 POST 请求，其余请求直接透传。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TypeScript SDK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[typescript]: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import { compress } from 'headroom-ai';</a:t>
            </a:r>
            <a:br/>
            <a:br/>
            <a:r>
              <a:t>const result = await compress(messages, { model: 'gpt-4o' });</a:t>
            </a:r>
            <a:br/>
            <a:r>
              <a:t>console.log(`Saved ${result.tokensSaved} tokens`);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Vercel AI SDK 中间件：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[typescript]: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import { headroomMiddleware } from 'headroom-ai/vercel-ai';</a:t>
            </a:r>
            <a:br/>
            <a:r>
              <a:t>import { wrapLanguageModel } from 'ai';</a:t>
            </a:r>
            <a:br/>
            <a:r>
              <a:t>import { openai } from '@ai-sdk/openai';</a:t>
            </a:r>
            <a:br/>
            <a:br/>
            <a:r>
              <a:t>const model = wrapLanguageModel({</a:t>
            </a:r>
            <a:br/>
            <a:r>
              <a:t>  model: openai('gpt-4o'),</a:t>
            </a:r>
            <a:br/>
            <a:r>
              <a:t>  middleware: headroomMiddleware(),</a:t>
            </a:r>
            <a:br/>
            <a:r>
              <a:t>});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OpenAI SDK 包装：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[typescript]: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import { withHeadroom } from 'headroom-ai/openai';</a:t>
            </a:r>
            <a:br/>
            <a:r>
              <a:t>import OpenAI from 'openai';</a:t>
            </a:r>
            <a:br/>
            <a:br/>
            <a:r>
              <a:t>const client = withHeadroom(new OpenAI());</a:t>
            </a:r>
            <a:br/>
            <a:r>
              <a:t>const response = await client.chat.completions.create({</a:t>
            </a:r>
            <a:br/>
            <a:r>
              <a:t>  model: 'gpt-4o',</a:t>
            </a:r>
            <a:br/>
            <a:r>
              <a:t>  messages: longConversation,</a:t>
            </a:r>
            <a:br/>
            <a:r>
              <a:t>});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Anthropic SDK 包装：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[typescript]: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import { withHeadroom } from 'headroom-ai/anthropic';</a:t>
            </a:r>
            <a:br/>
            <a:r>
              <a:t>import Anthropic from '@anthropic-ai/sdk';</a:t>
            </a:r>
            <a:br/>
            <a:br/>
            <a:r>
              <a:t>const client = withHeadroom(new Anthropic());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图 22-8: 框架集成类图 — 图表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classDiagram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class HeadroomClient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+chat: ChatCompletions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+messages: Messages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+get_stats() dict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+validate_setup() dict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+get_metrics() list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class HeadroomChatModel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+invoke(input) Response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+ainvoke(input) Response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+astream(input) Iterator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+get_metrics() dict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class HeadroomAgnoModel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+total_tokens_saved: int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class HeadroomStrandsModel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+stream() Iterator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+structured_output() 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+total_tokens_saved: int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+metrics_history: list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class HeadroomHookProvider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+compress_tool_outputs: bool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+total_tokens_saved: int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class CompressionMiddleware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+dispatch(request) Response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class HeadroomClient_TS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+compress(messages, opts) CompressResult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... (共 52 行)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图 22-8: 框架集成类图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7. 高级功能实践 — bash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启用记忆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headroom proxy --memory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自定义记忆数据库路径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headroom proxy --memory --memory-db-path /path/to/memory.db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记忆存储模式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headroom proxy --memory --memory-storage project  # 按项目隔离（默认）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headroom proxy --memory --memory-storage user     # 按用户隔离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headroom proxy --memory --memory-storage global   # 全局共享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注入记忆数量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headroom proxy --memory --memory-top-k 15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禁用记忆工具注入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headroom proxy --memory --no-memory-tools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禁用记忆上下文注入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headroom proxy --memory --no-memory-context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7. 高级功能实践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from openai import OpenAI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from headroom import with_memory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一行启用记忆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client = with_memory(OpenAI(), user_id="alice")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正常使用——记忆自动提取和注入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response = client.chat.completions.create(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model="gpt-4o",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messages=[{"role": "user", "content": "I prefer Python for backend work"}]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新会话中自动回忆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response = client.chat.completions.create(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model="gpt-4o",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messages=[{"role": "user", "content": "What language should I use?"}]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→ 回忆起 Python 偏好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7. 高级功能实践 — bash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列出记忆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headroom memory list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headroom memory list --scope USER --since 7d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headroom memory list -q "budget"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查看记忆详情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headroom memory show 1234abcd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编辑记忆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headroom memory edit 1234abcd --content "Updated note"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headroom memory edit 1234abcd --importance 0.9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清理记忆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headroom memory prune --older-than 30d --dry-run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headroom memory prune --scope SESSION --force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导出/导入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headroom memory export --output export.json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headroom memory import export.json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7. 高级功能实践 — bash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预览建议（dry-run）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headroom learn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写入建议到 CLAUDE.md / AGENTS.md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headroom learn --apply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分析特定项目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headroom learn --project ~/my-project --apply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分析所有项目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headroom learn --all --apply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指定 Agent 源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headroom learn --agent codex --apply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7. 高级功能实践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from headroom.config import IntelligentContextConfig, ScoringWeights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weights = ScoringWeights(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recency=0.20,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semantic_similarity=0.20,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toin_importance=0.25,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error_indicator=0.15,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forward_reference=0.15,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token_density=0.05,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config = IntelligentContextConfig(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enabled=True,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keep_system=True,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keep_last_turns=2,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output_buffer_tokens=4000,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use_importance_scoring=True,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scoring_weights=weights,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7. 高级功能实践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from headroom import compress, CompressionHooks, CompressContext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class MyHooks(CompressionHooks):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pre_compress(self, messages, ctx):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return messages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compute_biases(self, messages, ctx):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return {5: 1.5, 6: 0.5}  # 保留消息 5，压缩消息 6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post_compress(self, event):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print(f"Saved {event.tokens_saved} tokens")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result = compress(messages, model="gpt-4o", hooks=MyHooks())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7. 高级功能实践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CCR 可逆压缩实践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CCR（Compress-Cache-Retrieve）让压缩变得可逆——原始数据始终可检索：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[bash]: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# 启用 CCR（默认开启）</a:t>
            </a:r>
            <a:br/>
            <a:r>
              <a:t>headroom proxy --port 8787</a:t>
            </a:r>
            <a:br/>
            <a:br/>
            <a:r>
              <a:t># 禁用 CCR 响应处理</a:t>
            </a:r>
            <a:br/>
            <a:r>
              <a:t>headroom proxy --no-ccr-responses</a:t>
            </a:r>
            <a:br/>
            <a:br/>
            <a:r>
              <a:t># 禁用主动扩展</a:t>
            </a:r>
            <a:br/>
            <a:r>
              <a:t>headroom proxy --no-ccr-expansion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CCR 配置选项（config.py 中的 CCRConfig）：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参数 | 默认值 | 说明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enabled | True | 启用 CCR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store_max_entries | 1000 | 最大缓存条目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store_ttl_seconds | 300 | 缓存 TTL（5 分钟）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inject_retrieval_marker | True | 添加检索提示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feedback_enabled | True | 跟踪检索事件用于学习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  ... 共 6 行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CCR 工作流程：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SmartCrusher 将 1000 项压缩为 20 项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原始 1000 项缓存，生成 hash=abc123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压缩输出添加标记：[1000 items compressed to 20. Retrieve more: hash=abc123]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LLM 通常用 20 项即可完成任务（90% 节省）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如需更多数据，LLM 调用 headroom_retrieve(hash=abc123)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记忆系统配置与使用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Python API 使用记忆：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记忆管理 CLI：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headroom learn 学习模式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 learn 从过去的失败会话中学习，生成纠正建议写入 Agent 配置文件：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学习内容类型：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类型 | 写入文件 | 示例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环境事实 | CLAUDE.md | Python: use uv run python (not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文件路径纠正 | CLAUDE.md | axion-common/... → axion-spark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搜索范围 | CLAUDE.md | Don't search axion-model/ → us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命令模式 | CLAUDE.md | user_prefers_manual: show comm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已知大文件 | CLAUDE.md | proxy/server.py (~8000 lines) 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  ... 共 7 行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图像压缩配置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 自动压缩 LLM 请求中的图像，节省 40–90% token：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[bash]: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# 启用图像压缩（默认开启）</a:t>
            </a:r>
            <a:br/>
            <a:r>
              <a:t>headroom proxy --image-optimize</a:t>
            </a:r>
            <a:br/>
            <a:br/>
            <a:r>
              <a:t># 禁用图像压缩</a:t>
            </a:r>
            <a:br/>
            <a:r>
              <a:t>headroom proxy --no-image-optimize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Python API：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from headroom.image import ImageCompressor</a:t>
            </a:r>
            <a:br/>
            <a:br/>
            <a:r>
              <a:t>compressor = ImageCompressor()</a:t>
            </a:r>
            <a:br/>
            <a:r>
              <a:t>compressed_messages = compressor.compress(messages, provider="openai")</a:t>
            </a:r>
            <a:br/>
            <a:r>
              <a:t>print(f"Saved {compressor.last_savings:.0f}% tokens")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压缩技术由训练好的 ML Router 自动选择：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技术 | 节省 | 适用场景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full_low | ~87% | 一般理解问题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preserve | 0% | 需要精细细节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crop | 50–90% | 区域特定查询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transcode | ~99% | 文本提取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自定义压缩策略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SmartCrusher 配置：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from headroom.transforms import SmartCrusherConfig</a:t>
            </a:r>
            <a:br/>
            <a:br/>
            <a:r>
              <a:t>config = SmartCrusherConfig(</a:t>
            </a:r>
            <a:br/>
            <a:r>
              <a:t>    max_items_after_crush=15,</a:t>
            </a:r>
            <a:br/>
            <a:r>
              <a:t>    min_tokens_to_crush=200,</a:t>
            </a:r>
            <a:br/>
            <a:r>
              <a:t>    relevance_tier="bm25",</a:t>
            </a:r>
            <a:br/>
            <a:r>
              <a:t>    preserve_fields=["error", "warning", "failure"],</a:t>
            </a:r>
            <a:br/>
            <a:r>
              <a:t>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IntelligentContext 配置：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Compression Hooks（高级）：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图 22-9: 高级功能配置决策图 — 图表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flowchart TD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A[高级功能配置] --&gt; B{需要可逆压缩?}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B --&gt;|是| C[启用 CCR 默认开启]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B --&gt;|否| D[headroom proxy --no-ccr-responses]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A --&gt; E{需要跨会话记忆?}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 --&gt;|是| F[headroom proxy --memory]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 --&gt;|否| G[跳过记忆配置]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A --&gt; H{需要学习失败模式?}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H --&gt;|是| I[headroom learn --apply]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H --&gt;|否| J[跳过学习模式]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A --&gt; K{有图像请求?}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K --&gt;|是| L[启用图像压缩 默认开启]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K --&gt;|否| M[跳过图像配置]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A --&gt; N{需要精细控制?}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N --&gt;|是| O[自定义 CompressConfig]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N --&gt;|否| P[使用默认配置]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 --&gt; Q[配置 CCR TTL 和 store 大小]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F --&gt; R[选择存储模式: project/user/global]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I --&gt; S[选择 Agent 源: claude/codex/gemini]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O --&gt; T[调整 SmartCrusher / ScoringWeights]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图 22-9: 高级功能配置决策图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8. 生产环境最佳实践 — bash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headroom proxy \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--host 0.0.0.0 \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--port 8787 \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--mode token \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--workers 4 \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--limit-concurrency 2000 \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--max-connections 1000 \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--max-keepalive 200 \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--anthropic-pre-upstream-concurrency 16 \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--anthropic-pre-upstream-acquire-timeout-seconds 30 \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--connect-timeout-seconds 15 \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--retry-max-attempts 5 \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--budget 500.0 \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--memory \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--learn \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--no-telemetry \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--stateless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8. 生产环境最佳实践 — bash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存活检查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curl http://localhost:8787/livez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就绪检查（含子系统状态）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curl http://localhost:8787/readyz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健康状态（含部署元数据）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curl http://localhost:8787/health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详细统计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curl http://localhost:8787/stats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历史节省数据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curl http://localhost:8787/stats-history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Prometheus 指标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curl http://localhost:8787/metrics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8. 生产环境最佳实践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性能调优参数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关键调优参数说明：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参数 | 生产建议 | 说明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--workers | 4–8 | Uvicorn 工作进程数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--limit-concurrency | 2000 | 最大并发连接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--anthropic-pre-upstream-concu | 16 | Anthropic 预上游并发上限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--budget | 根据预算设置 | 每日 USD 预算上限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--stateless | 容器化/负载均衡 | 禁用所有文件系统写入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监控与可观测性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内置端点：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OpenTelemetry 集成：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[bash]: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pip install "headroom-ai[proxy,otel]"</a:t>
            </a:r>
            <a:br/>
            <a:br/>
            <a:r>
              <a:t>export HEADROOM_OTEL_METRICS_ENABLED=1</a:t>
            </a:r>
            <a:br/>
            <a:r>
              <a:t>export HEADROOM_OTEL_METRICS_EXPORTER=otlp_http</a:t>
            </a:r>
            <a:br/>
            <a:r>
              <a:t>export HEADROOM_OTEL_METRICS_ENDPOINT=http://127.0.0.1:4318/v1/metrics</a:t>
            </a:r>
            <a:br/>
            <a:r>
              <a:t>export HEADROOM_OTEL_SERVICE_NAME=headroom-proxy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Langfuse Trace 集成：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[bash]: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export HEADROOM_LANGFUSE_ENABLED=1</a:t>
            </a:r>
            <a:br/>
            <a:r>
              <a:t>export LANGFUSE_PUBLIC_KEY=pk-lf-...</a:t>
            </a:r>
            <a:br/>
            <a:r>
              <a:t>export LANGFUSE_SECRET_KEY=sk-lf-...</a:t>
            </a:r>
            <a:br/>
            <a:r>
              <a:t>export LANGFUSE_BASE_URL=https://cloud.langfuse.com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性能日志：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[bash]: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# 查看代理性能</a:t>
            </a:r>
            <a:br/>
            <a:r>
              <a:t>headroom perf</a:t>
            </a:r>
            <a:br/>
            <a:r>
              <a:t>headroom perf --hours 24</a:t>
            </a:r>
            <a:br/>
            <a:r>
              <a:t>headroom perf --raw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常见问题排查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问题 | 排查方法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代理无法启动 | 检查端口占用：lsof -iTCP:8787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压缩率低 | 检查 --no-optimize 是否误开；确认内容类型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CCR 检索失败 | 检查 TTL 是否过期；确认代理正在运行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记忆不持久 | 检查 --memory-db-path 是否一致；确认文件可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MCP 工具不可见 | 运行 headroom mcp status；重启 Clau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  ... 共 7 行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安全注意事项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API 密钥安全：使用环境变量，不要硬编码或提交到版本控制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网络隔离：默认绑定 127.0.0.1，对外暴露需配合防火墙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数据隐私：所有压缩在本地执行，数据不离开你的基础设施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预算控制：设置 --budget 防止成本失控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速率限制：默认启用，使用 --no-rate-limit 需谨慎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成本优化策略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选择正确的模式：token 模式最大化压缩，cache 模式优化缓存命中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启用记忆系统：跨会话记忆减少重复上下文传输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调整 SmartCrusher 参数：降低 max_items_after_crush 提高压缩率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使用图像压缩：视觉请求自动选择最优压缩技术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监控 /stats：实时跟踪节省率和成本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设置预算上限：--budget 自动拒绝超限请求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2926080"/>
            <a:ext cx="13716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总（总结）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5 种使用模式选择指南总结表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模式 | 适合谁 | 接入成本 | 控制粒度 | 最佳场景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Library | Python 开发者 | 2 行代码 | 精细 | 自定义应用、需要 per-request 控制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Proxy | 任何语言用户 | 1 条命令 | 全局 | 已有工具、不想改代码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Agent Wrap | AI Agent 用户 | 1 条命令 | 自动 | Claude Code / Codex / Aider 等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MCP | MCP 客户端用户 | 1 条命令 | 按需 | Claude Code 原生集成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框架集成 | 框架用户 | 1 行包装 | 框架级 | LangChain / Agno / Strands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从入门到生产的推荐路径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阶段 | 推荐操作 | 时间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5 分钟体验 | pip install headroom-ai[all] → | 5 分钟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Agent 集成 | headroom wrap claude 或 headroo | 1 分钟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Python 应用 | from headroom import compress  | 10 分钟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框架集成 | HeadroomChatModel(ChatOpenAI() | 15 分钟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生产部署 | headroom install apply --prese | 30 分钟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  ... 共 6 行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图 22-10: 使用模式演进路线图 — 图表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flowchart LR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A[5 分钟体验] --&gt; B[Agent Wrap]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B --&gt; C[Proxy 模式]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 --&gt; D[Library 模式]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D --&gt; E[框架集成]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 --&gt; F[生产部署]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A1["pip install + headroom proxy"] -.-&gt; A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B1["headroom wrap claude/codex"] -.-&gt; B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C1["环境变量代理 + Docker"] -.-&gt; C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D1["compress / HeadroomClient"] -.-&gt; 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E1["LangChain / Agno / Strands"] -.-&gt; 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F1["持久化 + 监控 + 预算控制"] -.-&gt; F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style A fill:#e1f5fe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style B fill:#b3e5fc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style C fill:#81d4fa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style D fill:#4fc3f7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style E fill:#29b6f6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style F fill:#039be5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常见问题 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Q: Headroom 会改变 LLM 的响应格式吗？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A: 不会。Headroom 只修改输入消息，LLM 返回的响应格式完全不变。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Q: 压缩会不会丢失 LLM 需要的信息？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A: CCR 架构确保压缩可逆。LLM 可以通过 headroom_retrieve 随时获取原始数据。压缩标记会告诉 LLM 有哪些内容可用。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Q: Headroom 增加多少延迟？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A: 15–200ms，取决于内容大小和类型。但 token 节省通常在 LLM 侧节省更多时间——50% 的 token 减少在 Sonnet 调用上可节省数秒生成时间。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Q: 支持流式响应吗？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A: 支持。压缩在请求发送前完成，流式响应不受影响。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Q: 如何选择 token 模式还是 cache 模式？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A: token 模式优先压缩，适合最大化即时节省；cache 模式冻结历史轮次，适合长对话中保持前缀缓存命中。大多数场景用 token 即可。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Q: Docker-native 和 Python-native 有什么区别？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A: Docker-native 无需在主机安装 Python，Headroom 运行在容器内；Python-native 直接在主机运行。功能上基本等价，Docker-native 的 wrap copilot 暂不支持。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Q: 记忆系统支持哪些嵌入后端？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A: 支持三种：LOCAL（all-MiniLM-L6-v2，推荐，快速免费）、OPENAI（text-embedding-3-small，高质量但收费）、OLLAMA（本地服务器，多模型可选）。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Q: 如何禁用匿名遥测？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A: 设置 HEADROOM_TELEMETRY=off 或启动时加 --no-telemetry。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Q: Headroom 支持哪些 LLM 后端？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A: Anthropic（直连）、AWS Bedrock、OpenRouter、AnyLLM（100+ 提供商）、LiteLLM-Vertex、Azure OpenAI 等。通过 --backend 参数选择。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
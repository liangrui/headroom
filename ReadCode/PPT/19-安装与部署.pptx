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第19篇：安装与部署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一、总述：Headroom 安装与部署体系概览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项目的安装与部署体系是一个精心设计的多层架构，旨在为不同场景提供灵活、可靠的部署方案。从一键安装脚本到 Docker 容器化部署，从开发容器到 CI/CD 流水线，整个体系覆盖了从本地开发到生产部署的全生命周期。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核心设计原则包括：零依赖安装（Docker-native 模式仅需 Docker）、跨平台支持（Linux/macOS/Windows）、可逆变更（所有配置修改均可回滚）、声明式部署（通过 Manifest 描述期望状态）。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二、分述：安装系统深度解析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安装系统架构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CLI as CLI命令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Planner as planner.py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Providers as providers.py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Runtime as runtime.py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State as state.py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Supervisors as supervisors.py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Health as health.py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CLI-&gt;&gt;Planner: build_manifest()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Planner-&gt;&gt;Planner: resolve_targets()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Planner-&gt;&gt;Planner: build_tool_envs()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Planner--&gt;&gt;CLI: DeploymentManifest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CLI-&gt;&gt;Providers: apply_mutations()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Providers-&gt;&gt;Providers: 写入环境变量/配置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Providers--&gt;&gt;CLI: ManagedMutation列表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CLI-&gt;&gt;Runtime: build_runtime_command()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Runtime--&gt;&gt;CLI: 运行命令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CLI-&gt;&gt;State: save_manifest()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State-&gt;&gt;State: 序列化为JSON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State--&gt;&gt;CLI: 持久化完成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CLI-&gt;&gt;Supervisors: install_supervisor()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Supervisors-&gt;&gt;Supervisors: 渲染脚本+安装服务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Supervisors--&gt;&gt;CLI: ArtifactRecord列表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CLI-&gt;&gt;Health: probe_ready()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Health-&gt;&gt;Health: HTTP探测/readyz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Health--&gt;&gt;CLI: 就绪状态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安装系统架构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的安装子系统位于 headroom/install/ 目录下，由8个模块协同工作，形成完整的声明式部署引擎。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数据模型：DeploymentManifest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DeploymentManifest: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"""Persisted deployment state for a named profile."""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profile: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preset: str                    # persistent-service / persistent-task / persistent-docker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runtime_kind: str              # python / docker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supervisor_kind: str           # service / task /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scope: str                     # provider / user / system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provider_mode: str             # auto / all / manual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targets: list[str]             # claude, codex, aider, cursor, openclaw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port: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host: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backend: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... 更多字段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mutations: list[ManagedMutation] = field(default_factory=list)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artifacts: list[ArtifactRecord] = field(default_factory=list)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数据模型：DeploymentManifest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安装系统的核心数据结构是 DeploymentManifest，定义在 models.py 中。它是一个完整的声明式部署描述：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关键枚举类型定义了部署的维度空间：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枚举 | 值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InstallPreset | persistent-service / persisten | 部署预设模式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RuntimeKind | python / docker | 运行时类型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SupervisorKind | service / task / none | 守护进程类型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ConfigScope | provider / user / system | 配置作用域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ToolTarget | claude / copilot / codex / aid | 工具目标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ManagedMutation 记录了所有可逆变更，确保部署可以被干净地回滚：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  <a:br/>
            <a:r>
              <a:t>class ManagedMutation:</a:t>
            </a:r>
            <a:br/>
            <a:r>
              <a:t>    """A reversible change applied by `headroom install`."""</a:t>
            </a:r>
            <a:br/>
            <a:r>
              <a:t>    target: str</a:t>
            </a:r>
            <a:br/>
            <a:r>
              <a:t>    kind: str</a:t>
            </a:r>
            <a:br/>
            <a:r>
              <a:t>    path: str | None = None</a:t>
            </a:r>
            <a:br/>
            <a:r>
              <a:t>    data: dict[str, Any] = field(default_factory=dict)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部署规划：planner.py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planner.py 负责将用户意图转化为具体的部署清单。核心流程包括：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目标检测：detect_targets() 自动扫描主机上可用的工具（claude、codex、aider 等）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目标解析：resolve_targets() 根据 provider_mode（auto/all/manual）确定最终配置目标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环境构建：build_tool_envs() 为每个工具生成所需的环境变量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清单生成：build_manifest() 组装完整的 DeploymentManifest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resolve_targets(</a:t>
            </a:r>
            <a:br/>
            <a:r>
              <a:t>    provider_mode: str, requested_targets: Iterable[str], *, scope: str = ConfigScope.USER.value</a:t>
            </a:r>
            <a:br/>
            <a:r>
              <a:t>) -&gt; list[str]:</a:t>
            </a:r>
            <a:br/>
            <a:r>
              <a:t>    if provider_mode == ProviderSelectionMode.ALL.value:</a:t>
            </a:r>
            <a:br/>
            <a:r>
              <a:t>        return [target.value for target in valid_targets]</a:t>
            </a:r>
            <a:br/>
            <a:r>
              <a:t>    if provider_mode == ProviderSelectionMode.AUTO.value:</a:t>
            </a:r>
            <a:br/>
            <a:r>
              <a:t>        detected = [target for target in detect_targets() if target in valid]</a:t>
            </a:r>
            <a:br/>
            <a:r>
              <a:t>        return detected or [ToolTarget.CLAUDE.value, ToolTarget.CODEX.value, ...]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配置变更：providers.py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providers.py 实现了跨平台的配置变更管理，支持 Unix（shell profile）和 Windows（PowerShell 环境变量）两种模式：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Unix 模式：使用标记块（marker block）写入 .bashrc、.zshrc、.profile 等文件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Windows 模式：通过 PowerShell [Environment]::SetEnvironmentVariable() 设置用户/系统级变量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Provider Scope：调用 apply_provider_scope_mutations() 处理特定工具的配置变更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关键设计是使用正则匹配的标记块确保幂等性：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_ENV_MARKER_START = "# &gt;&gt;&gt; headroom persistent env &gt;&gt;&gt;"</a:t>
            </a:r>
            <a:br/>
            <a:r>
              <a:t>_ENV_MARKER_END = "# &lt;&lt;&lt; headroom persistent env &lt;&lt;&lt;"</a:t>
            </a:r>
            <a:br/>
            <a:r>
              <a:t>_ENV_PATTERN = re.compile(</a:t>
            </a:r>
            <a:br/>
            <a:r>
              <a:t>    re.escape(_ENV_MARKER_START) + r".*?" + re.escape(_ENV_MARKER_END), re.DOTALL,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2.5 运行时管理：runtime.py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runtime.py 是部署系统的执行引擎，负责构建运行命令、管理进程生命周期和环境变量透传：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PASSTHROUGH_ENV_PREFIXES = (</a:t>
            </a:r>
            <a:br/>
            <a:r>
              <a:t>    "HEADROOM_", "ANTHROPIC_", "OPENAI_", "GEMINI_",</a:t>
            </a:r>
            <a:br/>
            <a:r>
              <a:t>    "AWS_", "AZURE_", "VERTEX_", "GOOGLE_", "GOOGLE_CLOUD_",</a:t>
            </a:r>
            <a:br/>
            <a:r>
              <a:t>    "MISTRAL_", "GROQ_", "OPENROUTER_", "XAI_", "TOGETHER_",</a:t>
            </a:r>
            <a:br/>
            <a:r>
              <a:t>    "COHERE_", "OLLAMA_", "LITELMM_", "OTEL_", "SUPABASE_",</a:t>
            </a:r>
            <a:br/>
            <a:r>
              <a:t>    "QDRANT_", "NEO4J_", "LANGSMITH_",</a:t>
            </a:r>
            <a:br/>
            <a: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对于 Docker 运行时，build_runtime_command() 构建完整的 docker run 命令，包括：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卷挂载：~/.headroom、~/.claude、~/.codex、~/.gemini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环境变量透传：所有 PASSTHROUGH_ENV_PREFIXES 前缀的变量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用户映射：--user $(id -u):$(id -g) 确保文件权限一致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文件系统契约：HEADROOM_WORKSPACE_DIR 和 HEADROOM_CONFIG_DIR（issue #175）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2.6 状态持久化与路径管理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state.py 负责 Manifest 的序列化/反序列化，将部署状态持久化到 ~/.headroom/deploy//manifest.json：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save_manifest(manifest: DeploymentManifest) -&gt; None:</a:t>
            </a:r>
            <a:br/>
            <a:r>
              <a:t>    try:</a:t>
            </a:r>
            <a:br/>
            <a:r>
              <a:t>        root = profile_root(manifest.profile)</a:t>
            </a:r>
            <a:br/>
            <a:r>
              <a:t>        root.mkdir(parents=True, exist_ok=True)</a:t>
            </a:r>
            <a:br/>
            <a:r>
              <a:t>        manifest.updated_at = iso_utc_now()</a:t>
            </a:r>
            <a:br/>
            <a:r>
              <a:t>        path = manifest_path(manifest.profile)</a:t>
            </a:r>
            <a:br/>
            <a:r>
              <a:t>        path.write_text(json.dumps(asdict(manifest), indent=2) + "\n")</a:t>
            </a:r>
            <a:br/>
            <a:r>
              <a:t>    except OSError as e: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paths.py 定义了所有路径约定：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路径函数 | 位置 | 用途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deploy_root() | ~/.headroom/deploy/ | 部署根目录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profile_root(profile) | ~/.headroom/deploy// | 配置文件根目录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manifest_path(profile) | ~/.headroom/deploy//manifest.j | 部署清单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log_path(profile) | ~/.headroom/deploy//runner.log | 运行日志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pid_path(profile) | ~/.headroom/deploy//runner.pid | PID 文件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2.7 守护进程管理：supervisors.py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supervisors.py 实现了跨平台的守护进程安装，支持四种操作系统和两种守护模式：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平台 | Service 模式 | Task 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Linux | systemd unit | cron @reboot + */5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macOS | launchd plist (KeepAlive) | launchd plist (StartInterval)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Windows | sc.exe Windows Service | schtasks 计划任务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install_supervisor(manifest: DeploymentManifest) -&gt; list[ArtifactRecord]:</a:t>
            </a:r>
            <a:br/>
            <a:r>
              <a:t>    records = render_runner_scripts(manifest)</a:t>
            </a:r>
            <a:br/>
            <a:r>
              <a:t>    if manifest.supervisor_kind == SupervisorKind.NONE.value:</a:t>
            </a:r>
            <a:br/>
            <a:r>
              <a:t>        return records</a:t>
            </a:r>
            <a:br/>
            <a:r>
              <a:t>    # Linux systemd / cron</a:t>
            </a:r>
            <a:br/>
            <a:r>
              <a:t>    # macOS launchd</a:t>
            </a:r>
            <a:br/>
            <a:r>
              <a:t>    # Windows sc.exe / schtasks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2.8 健康检查：health.py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health.py 提供了简洁的健康探测机制，通过 HTTP 请求 /readyz 端点判断服务是否就绪：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probe_ready(url: str, timeout: float = 2.0) -&gt; bool:</a:t>
            </a:r>
            <a:br/>
            <a:r>
              <a:t>    payload = probe_json(url, timeout=timeout)</a:t>
            </a:r>
            <a:br/>
            <a:r>
              <a:t>    if not isinstance(payload, dict):</a:t>
            </a:r>
            <a:br/>
            <a:r>
              <a:t>        return False</a:t>
            </a:r>
            <a:br/>
            <a:r>
              <a:t>    return bool(payload.get("ready", False) or payload.get("status") == "healthy")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三、分述：Docker 部署体系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Build["构建阶段 (builder)"]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Build["构建阶段 (builder)"]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B1[安装系统依赖] --&gt; B2[安装uv]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B2 --&gt; B3[安装Rust工具链]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B3 --&gt; B4[复制源码]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B4 --&gt; B5[uv pip install]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B5 --&gt; B6[构建阶段验证]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Slim["运行时 (runtime-slim-base)"]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S1[python:3.13-slim] --&gt; S2[复制site-packages]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S2 --&gt; S3[创建nonroot用户]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S3 --&gt; S4[HEALTHCHECK]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Distroless["精简运行时 (runtime-slim)"]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D1[distroless] --&gt; D2[仅复制site-packages]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D2 --&gt; D3[最小攻击面]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Build --&gt; Slim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Build --&gt; Distroless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Slim --&gt; Default["默认发布镜像 (runtime)"]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3.1 多阶段 Dockerfile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Dockerfile 采用了精心设计的多阶段构建，分为三个阶段：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关键设计亮点：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Rustls 全面替代 OpenSSL：rustls-everywhere 重构消除了 openssl-sys 依赖，无需安装系统级 OpenSSL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构建阶段验证：在 builder 阶段即验证 _core 扩展可加载，避免运行时才发现问题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双运行时变体：runtime-slim-base（基于 python-slim）和 runtime-slim（基于 distroless）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健康检查：内置 HEALTHCHECK 指令，间隔 30s 探测 /readyz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[dockerfile]: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构建阶段验证</a:t>
            </a:r>
            <a:br/>
            <a:r>
              <a:t>RUN cd /tmp &amp;&amp; python -c "from headroom._core import DiffCompressor, SmartCrusher; \</a:t>
            </a:r>
            <a:br/>
            <a:r>
              <a:t>    print(f'build-stage rust core verify OK: {DiffCompressor.__name__}, {SmartCrusher.__name__}')"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3.2 Docker Compose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docker-compose.yml 定义了完整的服务栈，包含三个服务：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服务 | 镜像 | 端口 | 用途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headroom-proxy | 本地构建 | 8787 | 核心代理服务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qdrant | qdrant:v1.17.1 | 6333/6334 | 向量数据库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neo4j | neo4j:5.15.0 | 7474/7687 | 图数据库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proxy 服务依赖 qdrant 和 neo4j，通过 depends_on 确保启动顺序，并配置了与 Dockerfile 一致的健康检查。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3.3 Docker-native 一键安装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install.sh 是一个 1600+ 行的 Bash 脚本，实现了完整的 Docker-native 安装体验：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环境检测：验证 Docker 可用性、Bash 版本（≥4.3）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Wrapper 生成：将完整的 Headroom CLI 封装为 Docker 运行命令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PATH 配置：自动更新 .bashrc、.zshrc、.profile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镜像拉取：支持自定义 HEADROOM_DOCKER_IMAGE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Wrapper 的核心逻辑是将所有 headroom 命令透明地转发到 Docker 容器中：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run_headroom() {</a:t>
            </a:r>
            <a:br/>
            <a:r>
              <a:t>  local args=()</a:t>
            </a:r>
            <a:br/>
            <a:r>
              <a:t>  args=(docker run --rm)</a:t>
            </a:r>
            <a:br/>
            <a:r>
              <a:t>  append_tty_args args</a:t>
            </a:r>
            <a:br/>
            <a:r>
              <a:t>  append_common_container_args args</a:t>
            </a:r>
            <a:br/>
            <a:r>
              <a:t>  args+=(--entrypoint headroom "${HEADROOM_IMAGE}" "$@")</a:t>
            </a:r>
            <a:br/>
            <a:r>
              <a:t>  "${args[@]}"</a:t>
            </a:r>
            <a:br/>
            <a:r>
              <a:t>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环境变量透传机制确保所有 Provider 认证信息自动进入容器：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append_passthrough_envs() {</a:t>
            </a:r>
            <a:br/>
            <a:r>
              <a:t>  for name in $(compgen -e); do</a:t>
            </a:r>
            <a:br/>
            <a:r>
              <a:t>    case "${name}" in</a:t>
            </a:r>
            <a:br/>
            <a:r>
              <a:t>      HEADROOM_*|ANTHROPIC_*|OPENAI_*|GEMINI_*|AWS_*|AZURE_*|...)</a:t>
            </a:r>
            <a:br/>
            <a:r>
              <a:t>        ref+=(--env "${name}")</a:t>
            </a:r>
            <a:br/>
            <a:r>
              <a:t>        ;;</a:t>
            </a:r>
            <a:br/>
            <a:r>
              <a:t>    esac</a:t>
            </a:r>
            <a:br/>
            <a:r>
              <a:t>  done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四、分述：DevContainer 与 CI/CD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4.1 DevContainer 开发环境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devcontainer.json 定义了完整的 VS Code 远程开发环境：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基础镜像：使用项目 Dockerfile 构建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DevContainer Features：Node.js 20、GitHub CLI、Rust 1.95.0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卷挂载：独立的 venv、uv 缓存、pip 缓存卷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端口转发：8787（Headroom proxy）自动转发并通知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VS Code 扩展：Python、Pylance、Ruff、Docker、GitHub Actions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[json]: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"containerEnv": {</a:t>
            </a:r>
            <a:br/>
            <a:r>
              <a:t>    "UV_PROJECT_ENVIRONMENT": "/home/vscode/.venvs/headroom"</a:t>
            </a:r>
            <a:br/>
            <a:r>
              <a:t>},</a:t>
            </a:r>
            <a:br/>
            <a:r>
              <a:t>"forwardPorts": [8787],</a:t>
            </a:r>
            <a:br/>
            <a:r>
              <a:t>"portsAttributes": {</a:t>
            </a:r>
            <a:br/>
            <a:r>
              <a:t>    "8787": { "label": "Headroom proxy", "onAutoForward": "notify"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4.2 CI 流水线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stateDiagram-v2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test: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test_extras: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test_agno: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docker_native_e2e: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windows_wrapper: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macos_wrapper: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build: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commitlint: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workflow_validation: push/PR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test --&gt; test_matrix: Python 3.10-3.13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test_matrix --&gt; lint: 3.12 only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test_matrix --&gt; typecheck: 3.12 only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test_matrix --&gt; coverage: 3.11 only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docker_native_e2e --&gt; build_image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build_image --&gt; e2e_install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build_image --&gt; e2e_compose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build_image --&gt; e2e_wrap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build_image --&gt; e2e_init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build --&gt; maturin_build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maturin_build --&gt; twine_check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4.2 CI 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ci.yml 定义了7个 CI Job，形成完整的质量门禁：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 CI 特性：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多版本矩阵：Python 3.10-3.13 全覆盖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Rust 扩展构建：CI 中通过 maturin 构建 _core 扩展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Docker E2E 测试：构建镜像后运行完整的安装/Compose/Wrap/Init 测试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跨平台验证：Windows 和 macOS 上测试原生安装器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提交规范：commitlint 强制 Conventional Commits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4.3 发布流程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publish.yml 是手动触发的 PyPI 发布后备方案：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使用 maturin 构建 wheel + sdist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生成 CycloneDX SBOM（软件物料清单）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通过 Trusted Publishing 发布到 PyPI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五、总述：部署架构全景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的安装与部署体系体现了"渐进复杂度"的设计哲学：从最简单的 Docker-native 一键安装，到声明式的 headroom install 系统，再到完整的 Docker Compose 编排，用户可以根据需求选择合适的部署层级。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核心洞察：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声明式优于命令式：DeploymentManifest 作为单一事实来源，所有部署操作都基于 Manifest 的期望状态驱动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可逆性是一等公民：ManagedMutation 记录每一次配置变更，revert_mutations() 确保干净卸载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Docker-native 零摩擦：install.sh 生成的 Wrapper 让用户无需感知 Docker 的存在，同时享受容器化的隔离性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跨平台一致性：supervisors.py 为 Linux/macOS/Windows 提供统一的守护进程抽象，屏蔽平台差异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构建即验证：Dockerfile 的构建阶段验证确保镜像产出即可用，避免运行时才发现扩展加载失败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
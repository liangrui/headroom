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缓存系统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的缓存系统是一个多层、多策略的缓存优化框架，旨在最大化 LLM API 的缓存命中率，降低 Token 成本。与简单的键值缓存不同，Headroom 的缓存系统需要应对三大挑战：不同 Provider 的缓存机制各异（Anthropic 显式断点、OpenAI 自动前缀、Google CachedContent）、动态内容破坏缓存前缀（日期、会话 ID、用户数据等）、压缩与缓存的冲突（压缩修改消息会破坏已缓存的 KV-cache）。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缓存系统的架构分为五个层次：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Provider 缓存优化器：针对 Anthropic/OpenAI/Google 三大 Provider 的缓存机制，提供专门的优化策略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前缀追踪器：跨轮次追踪 Provider 的前缀缓存状态，避免压缩破坏已缓存内容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动态内容检测器：三层检测体系（Regex/NER/Semantic）识别并提取动态内容，稳定缓存前缀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语义缓存：基于嵌入相似度的查询级缓存，对语义相似的查询返回缓存响应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压缩缓存：内容寻址的 LRU 缓存，跨轮次复用压缩结果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分：核心模块详解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一、缓存架构与类图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CacheOptimizer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&lt;&lt;Protocol&gt;&gt;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+name: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+provider: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+strategy: CacheStrategy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+optimize(messages, context, config) CacheResult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+get_metrics() CacheMetrics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+estimate_savings(messages, context) float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BaseCacheOptimizer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&lt;&lt;ABC&gt;&gt;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#config: CacheConfig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#_metrics_history: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#_previous_prefix_hash: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+get_metrics() CacheMetrics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+estimate_savings(messages, context) float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#_record_metrics(metrics)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#_compute_prefix_hash(content)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#_extract_system_content(messages)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#_count_tokens_estimate(text)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AnthropicCacheOptimizer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+optimize(messages, context, config) CacheResult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-_analyze_sections(messages)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-_stabilize_prefix(messages, config) tuple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-_plan_breakpoints(sections, config) BreakpointPlan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-_insert_breakpoints(messages, breakpoints)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OpenAICacheOptimizer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-_detector: DynamicContentDetector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+optimize(messages, context, config) CacheResult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-_analyze_prefix(messages, context) PrefixAnalysis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-_normalize_whitespace(content) str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GoogleCacheOptimizer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85 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一、缓存架构与类图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缓存系统的核心抽象定义在 base.py 中，采用 Protocol + ABC 双层设计：CacheOptimizer 协议定义接口契约，BaseCacheOptimizer 抽象基类提供通用实现。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registry.py 实现了插件注册系统 CacheOptimizerRegistry，支持按 Provider 名称获取优化器、Tier 级别选择（oss/enterprise）、自定义优化器注册。默认在模块导入时自动注册三个 Provider 优化器。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二、前缀追踪与缓存保护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Turn1 as 第1轮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Turn2 as 第2轮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Tracker as PrefixCacheTracker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Pipeline as 压缩流水线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Turn1-&gt;&gt;Tracker: update_from_response&lt;br/&gt;cache_read=0, cache_write=5000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Tracker: 记录 5000 tokens 已缓存&lt;br/&gt;frozen_message_count=3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Turn2-&gt;&gt;Tracker: get_frozen_message_count()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Tracker--&gt;&gt;Pipeline: 返回 3（冻结前3条消息）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Pipeline-&gt;&gt;Pipeline: 跳过前3条消息的压缩&lt;br/&gt;仅压缩第4条及之后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Turn2-&gt;&gt;Tracker: update_from_response&lt;br/&gt;cache_read=5000, cache_write=2000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Tracker: 更新缓存状态&lt;br/&gt;frozen_message_count=4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Tracker: 避免了缓存破坏！&lt;br/&gt;节省 90% × 5000 tokens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二、前缀追踪与缓存保护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prefix_tracker.py 中的缓存破坏决策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_PROVIDER_READ_DISCOUNT =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"anthropic": 0.9,  # 90% 折扣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"openai": 0.5,     # 50% 折扣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"gemini": 0.9,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"bedrock": 0.9,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should_force_compress(self, message_index, message_tokens, estimated_compressed_tokens):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"""压缩节省是否超过缓存折扣？"""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message_index &gt;= self._cached_message_count: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True  # 不在冻结前缀中，总是压缩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savings_fraction = (message_tokens - estimated_compressed_tokens) / message_tokens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read_discount = _PROVIDER_READ_DISCOUNT.get(self.provider, 0.5)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savings_fraction &gt; read_discount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二、前缀追踪与缓存保护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前缀追踪是缓存系统中最精妙的设计——它解决了一个关键矛盾：Headroom 的压缩会修改消息内容，而修改已缓存的前缀会破坏 Provider 的 KV-cache。以 Anthropic 为例，缓存读取享受 90% 折扣，但缓存写入额外收取 25% 费用。如果压缩破坏了缓存，不仅失去折扣，还要支付写入溢价。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prefix_tracker.py 的 PrefixCacheTracker 通过追踪 API 响应中的缓存指标来解决这个问题：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核心决策逻辑在 should_force_compress() 方法中：当压缩节省的 Token 比例超过 Provider 的缓存读取折扣时，才允许破坏缓存进行压缩。例如，对于 Anthropic（90% 读取折扣），只有当压缩能节省超过 90% 的 Token 时才值得破坏缓存——这几乎不会发生，因此前缀冻结策略非常有效。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SessionTrackerStore 管理跨会话的追踪器实例，通过 x-headroom-session-id 请求头或 model + system_prompt 哈希计算会话 ID，并定期清理过期会话。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三、动态内容检测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dynamic_detector.py 中的熵值计算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calculate_entropy(s: str) -&gt; float: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"""计算字符串的 Shannon 熵，归一化到 0-1"""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not 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0.0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freq = {}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for char in 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freq[char] = freq.get(char, 0) + 1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length = len(s)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entropy = 0.0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for count in freq.values():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p = count / length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entropy -= p * math.log2(p)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max_entropy = math.log2(length) if length &gt; 1 else 1.0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entropy / max_entropy if max_entropy &gt; 0 else 0.0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三、动态内容检测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dynamic_detector.py 中的统一检测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DynamicContentDetector: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detect(self, content: str) -&gt; DetectionResult: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all_spans = []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tiers_used = []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Tier 1: Regex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self._regex_detector: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regex_spans = self._regex_detector.detect(content)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all_spans.extend(regex_spans)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tiers_used.append("regex")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Tier 2: NER（可以看到 Tier 1 结果）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self._ner_detector: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ner_spans, _ = self._ner_detector.detect(content, all_spans)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all_spans.extend(ner_spans)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tiers_used.append("ner")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Tier 3: Semantic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self._semantic_detector: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sem_spans, _ = self._semantic_detector.detect(content, all_spans)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all_spans.extend(sem_spans)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tiers_used.append("semantic")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分离静态和动态内容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static_content, dynamic_content = self._split_content(content, all_spans)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DetectionResult(spans=all_spans, static_content=static_content,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              dynamic_content=dynamic_content, tiers_used=tiers_used)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三、动态内容检测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动态内容检测是缓存前缀稳定化的核心手段。dynamic_detector.py 实现了三层检测体系，每层增加延迟但提升检测能力：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Tier 1: Regex（~0ms）——始终启用，包含三种策略：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结构化检测：识别 "Label: value" 模式，其中 Label 指示动态内容（如 date:, session:, user:）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通用格式匹配：ISO 8601 日期、UUID、Unix 时间戳、JWT Token 等真正通用的格式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熵值检测：通过 Shannon 熵识别高随机性字符串（Token、哈希、ID）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Tier 2: NER（~5-10ms）——可选，使用 spaCy 识别命名实体（人名、金额、组织、地点），需要安装 spaCy 和语言模型。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Tier 3: Semantic（~20-50ms）——可选，使用 sentence-transformers 计算嵌入相似度，与已知动态模式（如 "The current date is"、"Your session ID"）进行语义匹配。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DynamicContentDetector 统一管理三层检测器，按顺序执行，后续层可以看到前层的检测结果以避免重复：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检测到的动态内容被提取并移动到消息末尾的 [Current Context] 区段，确保前缀部分保持稳定，最大化缓存命中率。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四、语义缓存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semantic.py 中的双层查找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SemanticCache: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get(self, query: str, messages_hash: str | None = None) -&gt; CacheEntry |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精确哈希匹配（快速路径）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messages_hash and self.config.use_exact_matching: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key = self._hash_index.get(messages_hash)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if key and key in self._cache: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entry = self._cache[key]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self._touch(key)  # LRU 更新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self._hits += 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return entry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语义相似度匹配（慢速路径）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self._embedding_fn: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query_embedding = self._embedding_fn(query)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best_match, best_similarity = self._find_similar(query_embedding)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if best_similarity &gt;= self.config.similarity_threshold: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self._touch(best_match)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self._hits += 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return self._cache[best_match]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self._misses += 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None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四、语义缓存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SemanticCacheLayer: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process(self, messages, context, config=None) -&gt; CacheResult: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提取查询和消息哈希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query = context.query or self._extract_query(messages)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messages_hash = self._compute_messages_hash(messages)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检查语义缓存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cached = self.cache.get(query, messages_hash)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cached: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CacheResult(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messages=messages,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semantic_cache_hit=True,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cached_response=cached.response,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    metrics=CacheMetrics(estimated_cache_hit=True, estimated_savings_percent=100.0),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未命中 → 委托给 Provider 优化器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self.provider_optimizer.optimize(messages, context, config)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四、语义缓存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语义缓存是查询级别的缓存——与 Provider 的 Prompt 缓存（缓存 KV-cache）不同，它缓存完整的 LLM 响应，对语义相似的查询直接返回缓存结果。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semantic.py 实现了两层查找策略：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精确哈希匹配：先计算消息列表的 SHA-256 哈希，在 _hash_index 中查找精确匹配（O(1)）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语义相似度匹配：如果精确匹配未命中，计算查询的嵌入向量，在所有缓存条目中搜索余弦相似度最高的（O(n)）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SemanticCacheLayer 采用装饰器模式，包装任意 BaseCacheOptimizer，在委托给 Provider 优化器之前先检查语义缓存：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语义缓存的配置包括相似度阈值（默认 0.95）、最大条目数（1000）、TTL（300 秒），以及是否启用精确哈希回退。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五、压缩缓存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compression_cache.py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CompressionCache: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"""内容寻址的 LRU 压缩缓存"""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__init__(self, max_size: int = 1000, ttl_seconds: int = 300):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self._cache: OrderedDict[str, CachedCompression] = OrderedDict()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self._lock = RLock()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self._max_size = max_size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self._ttl_seconds = ttl_seconds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content_hash(self, content: str) -&gt; str: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"""MD5[:16] 作为缓存键"""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hashlib.md5(content.encode()).hexdigest()[:16]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apply_cached(self, messages: list[dict]) -&gt; list[dict]: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"""将缓存中的压缩结果应用到消息列表"""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替换 tool_result 中的内容为缓存压缩版本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should_defer_compression(self) -&gt; bool: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"""TTL 感知的延迟决策——避免在 TTL 中途破坏缓存"""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五、压缩缓存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压缩缓存（compression_cache.py）解决的是"重复压缩"问题：当相同或相似的内容在多轮对话中反复出现时（如工具返回的文件内容），无需每次重新压缩，直接复用之前的压缩结果。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CompressionCache 采用内容寻址设计——以内容的 MD5 前 16 位作为缓存键，映射到压缩版本：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compute_frozen_count() 方法计算从消息列表开头连续稳定的消息数量（尾部消息始终排除，因为它是新添加的）。mark_stable() / mark_stable_from_messages() 标记内容未变化，为下一轮的冻结计数提供依据。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should_defer_compression() 实现了 TTL 感知的延迟策略：如果缓存的压缩结果还在 TTL 早期阶段，推迟新的压缩以避免"中途破坏缓存"——这与前缀追踪器的逻辑一脉相承，都是为了避免不必要的缓存失效。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CompressionFeedback（compression_feedback.py）从检索事件中学习，为每个工具维护 LocalToolPattern，追踪检索率、全文检索比例、搜索检索比例等指标，生成 CompressionHints 指导后续压缩策略。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总：总结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的缓存系统是一个精心设计的多层防御体系，每一层解决不同维度的缓存问题：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层次 | 解决的问题 | 核心机制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Provider 优化器 | 不同 Provider 缓存机制差异 | 策略模式 + 插件注册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前缀追踪 | 压缩破坏已缓存 KV-cache | 冻结已缓存消息 + 成本决策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动态检测 | 动态内容破坏缓存前缀 | 三层检测 + 内容分离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语义缓存 | 语义相似查询重复调用 LLM | 嵌入相似度 + 精确哈希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压缩缓存 | 重复内容重复压缩 | 内容寻址 + TTL 感知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缓存系统的设计哲学是"不破坏已有缓存"——无论是前缀追踪的冻结策略、动态内容的分离移动、还是压缩缓存的 TTL 延迟，都遵循这一原则。在 LLM API 调用中，缓存命中的收益远大于压缩节省的收益（90% vs 可能的 30-50%），因此保护缓存是第一优先级。这种"缓存优先、压缩其次"的策略，是 Headroom 在实际生产环境中实现显著成本降低的关键。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
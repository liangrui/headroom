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核心压缩流水线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Headroom 项目代码深度分析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总（概述）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图2-1: 压缩流水线知识脑图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mindmap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root((压缩流水线))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Pipeline 架构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PipelineStage 生命周期枚举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PipelineEvent 事件数据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PipelineExtension 扩展协议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PipelineExtensionManager 事件分发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压缩主流程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compress 函数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CompressConfig 配置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CompressResult 结果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单例 Pipeline 懒初始化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Client 实现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HeadroomClient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ChatCompletions / Messages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audit / optimize 双模式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语义缓存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Transform Pipeline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Transform 基类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CacheAligner 前缀稳定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ContentRouter 内容路由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顺序执行 + should_apply 守卫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策略与自适应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CompressionPolicy 认证模式策略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AdaptiveSizer 信息饱和度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Kneedle 膝点算法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zlib 交叉验证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生命周期钩子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CompressionHooks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pre_compress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compute_biases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post_compress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on_pipeline_event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TB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入口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A["compress()"] --&gt; P["TransformPipeline"]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B["HeadroomClient._create()"] --&gt; 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生命周期管理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EM["PipelineExtensionManager"]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EM --&gt; |"emit()"| E1["INPUT_RECEIVED"]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EM --&gt; |"emit()"| E2["INPUT_ROUTED"]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EM --&gt; |"emit()"| E3["INPUT_COMPRESSED"]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EM --&gt; |"emit()"| E4["PRE_SEND"]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EM --&gt; |"emit()"| E5["POST_SEND"]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EM --&gt; |"emit()"| E6["RESPONSE_RECEIVED"]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变换流水线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 --&gt; T0{"ToolResultInterceptor?"}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T0 --&gt; |"opt-in"| T1["CacheAligner"]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T0 --&gt; |"skip"| T1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T1 --&gt; T2["ContentRouter"]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T2 --&gt; |"JSON"| SC["SmartCrusher"]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T2 --&gt; |"text"| KP["Kompress"]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T2 --&gt; |"code"| CC["CodeCompressor"]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T2 --&gt; |"logs"| LC["LogCompressor"]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策略与自适应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CP["CompressionPolicy"] --&gt; |"live_zone_only / cache_aligner_enabled"| T1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AS["AdaptiveSizer"] --&gt; |"optimal K"| SC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钩子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HK["CompressionHooks"]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HK --&gt; |"pre_compress"| A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HK --&gt; |"compute_biases"| 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HK --&gt; |"post_compress"| R["CompressResult"]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可观测性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45 行)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图2-2: Pipeline 总体架构图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分（详细分析）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1. Pipeline 架构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PipelineStage(str, Enum):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SETUP = "setup"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PRE_START = "pre_start"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POST_START = "post_start"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INPUT_RECEIVED = "input_received"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INPUT_CACHED = "input_cached"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INPUT_ROUTED = "input_routed"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INPUT_COMPRESSED = "input_compressed"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INPUT_REMEMBERED = "input_remembered"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PRE_SEND = "pre_send"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POST_SEND = "post_send"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RESPONSE_RECEIVED = "response_received"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1. Pipeline 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 Pipeline 架构围绕四个核心概念构建：PipelineStage（生命周期阶段枚举）、PipelineEvent（事件数据载体）、PipelineExtension（扩展协议）、PipelineExtensionManager（事件分发器）。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PipelineStage：11 个规范阶段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pipeline.py 定义了 11 个规范阶段，构成 CANONICAL_PIPELINE_STAGES 元组：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这些阶段覆盖了从 SDK 初始化（SETUP）到请求完成（RESPONSE_RECEIVED）的完整生命周期。每个阶段都有明确的语义：INPUT_RECEIVED 标记消息首次进入流水线，INPUT_ROUTED 标记 ContentRouter 完成内容路由，INPUT_COMPRESSED 标记压缩完成，PRE_SEND/POST_SEND 界定 API 调用边界。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PipelineEvent：可变事件载体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PipelineEvent 是一个 dataclass，携带阶段、操作类型、请求 ID、消息列表、工具列表、头部、响应和元数据。关键设计：扩展可以就地修改 messages、tools、headers、metadata，也可以返回一个全新的 PipelineEvent 替换原事件。这种"就地修改或替换"的双重机制兼顾了简单扩展（只需改字段）和复杂扩展（需要完全控制事件）。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PipelineExtension：Protocol 协议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PipelineExtension 是一个 Protocol，只要求实现 on_pipeline_event(event) -&gt; PipelineEvent | None。返回 None 表示不修改事件，返回新的 PipelineEvent 则替换。这种轻量协议让第三方扩展无需继承基类即可接入。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PipelineExtensionManager：事件分发器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PipelineExtensionManager 是整个事件系统的枢纽。它的构造函数接受三个参数：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hooks：一个 CompressionHooks 实例（如果它有 on_pipeline_event 方法，会被自动加入扩展列表）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extensions：显式传入的扩展列表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discover：是否通过 importlib.metadata 自动发现入口点（entry point group: headroom.pipeline_extension）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核心方法 emit() 创建 PipelineEvent，然后依次调用所有扩展的 on_pipeline_event。如果扩展返回新的 PipelineEvent，后续扩展看到的就是更新后的事件——这是链式传递模式。异常不会中断链路，只会记录警告日志——这是fail-open设计，确保观测性扩展的故障不会阻塞压缩。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图2-3: Pipeline 事件驱动时序图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sequenceDiagram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C as 调用方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CE as compress()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PEM as PipelineExtensionManager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TP as TransformPipeline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CA as CacheAligner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CR as ContentRouter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HK as CompressionHooks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C-&gt;&gt;CE: compress(messages, model)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CE-&gt;&gt;HK: pre_compress(messages, ctx)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HK--&gt;&gt;CE: modified_messages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CE-&gt;&gt;HK: compute_biases(messages, ctx)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HK--&gt;&gt;CE: biases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CE-&gt;&gt;PEM: emit(INPUT_RECEIVED)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PEM-&gt;&gt;PEM: 遍历 extensions 调用 on_pipeline_event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PEM--&gt;&gt;CE: event (可能被修改)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CE-&gt;&gt;TP: apply(messages, biases, ...)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TP-&gt;&gt;CA: should_apply? → apply()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CA--&gt;&gt;TP: TransformResult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TP-&gt;&gt;CR: should_apply? → apply()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CR--&gt;&gt;TP: TransformResult (路由到具体压缩器)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TP--&gt;&gt;CE: TransformResult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CE-&gt;&gt;PEM: emit(INPUT_ROUTED, routing_markers)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PEM--&gt;&gt;CE: event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CE-&gt;&gt;PEM: emit(INPUT_COMPRESSED, tokens_before/after)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PEM--&gt;&gt;CE: event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CE-&gt;&gt;HK: post_compress(CompressEvent)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CE--&gt;&gt;C: CompressResult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图2-3: Pipeline 事件驱动时序图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 压缩主流程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_pipeline = None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_pipeline_lock = threading.Lock()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_get_pipeline() -&gt; Any: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global _pipeline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_pipeline is not None: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_pipeline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with _pipeline_lock: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_pipeline is not None: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_pipeline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_pipeline = TransformPipeline()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_pipeline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 压缩主流程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compress() 函数：一行代码的完整流水线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compress.py 中的 compress() 函数是 Headroom 最简洁的入口——无需代理、无需配置，只需传入消息和模型名：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def compress(</a:t>
            </a:r>
            <a:br/>
            <a:r>
              <a:t>    messages: list[dict[str, Any]],</a:t>
            </a:r>
            <a:br/>
            <a:r>
              <a:t>    model: str = "claude-sonnet-4-5-20250929",</a:t>
            </a:r>
            <a:br/>
            <a:r>
              <a:t>    model_limit: int = 200000,</a:t>
            </a:r>
            <a:br/>
            <a:r>
              <a:t>    optimize: bool = True,</a:t>
            </a:r>
            <a:br/>
            <a:r>
              <a:t>    hooks: Any = None,</a:t>
            </a:r>
            <a:br/>
            <a:r>
              <a:t>    config: CompressConfig | None = None,</a:t>
            </a:r>
            <a:br/>
            <a:r>
              <a:t>    **kwargs: Any, ...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核心流程分为六步：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守卫检查：空消息或 optimize=False 时直接返回原消息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配置合并：CompressConfig + kwargs 覆盖，支持 compress(messages, target_ratio=0.5) 的简写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钩子预处理：调用 hooks.pre_compress() 和 hooks.compute_biases()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事件通知：emit(INPUT_RECEIVED) 让扩展有机会修改输入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流水线执行：pipeline.apply() 执行 CacheAligner → ContentRouter 变换链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事件通知 + 钩子后处理：emit(INPUT_ROUTED) → emit(INPUT_COMPRESSED) → hooks.post_compress()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异常处理采用降级策略：任何压缩异常都记录到 OTel metrics 并返回原始消息，确保调用方永远不会因为压缩失败而丢失数据。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CompressConfig：用户友好的压缩配置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CompressConfig 提供三个维度的控制：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维度 | 字段 | 默认值 | 说明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压缩范围 | compress_user_messages | False | 编码代理通常跳过用户消息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 | compress_system_messages | True | 语音代理可关闭以保护指令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 | protect_recent | 4 | 不压缩最近 N 条消息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 | protect_analysis_context | True | 检测"分析"意图并保护代码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压缩强度 | target_ratio | None | Kompress 保留比率，None=模型决定(~15%)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7 行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CompressResult：压缩结果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CompressResult 返回压缩后的消息、前后 token 数、节省量、压缩比和应用的变换列表。compression_ratio 的语义是"节省比例"——0.35 表示节省了 35% 的 token。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单例 Pipeline 懒初始化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compress() 使用线程安全的双重检查锁定模式初始化单例 TransformPipeline：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这确保了多次调用 compress() 共享同一个 Pipeline 实例，避免重复构建变换链的开销。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 Client 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HeadroomClient 类设计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client.py 中的 HeadroomClient 是 Headroom 的完整 SDK 入口，包装任意 LLM 客户端并注入压缩、缓存对齐和语义缓存能力。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图2-4: HeadroomClient 类图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classDiagram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HeadroomClient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-_original: Any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-_provider: Provider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-_store_url: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-_default_mode: HeadroomMode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-_config: HeadroomConfig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-_storage: Storage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-_pipeline: TransformPipeline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-_pipeline_extensions: PipelineExtensionManager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-_cache_optimizer: BaseCacheOptimizer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-_semantic_cache_layer: SemanticCacheLayer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-_session_stats: dict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+chat: Chat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+messages: Messages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+_create(model, messages, ...) Any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+_simulate(model, messages, ...) SimulationResult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+get_metrics(...) list~RequestMetrics~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+get_summary(...) dict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+get_stats() dict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+validate_setup() dict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+close() void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ChatCompletions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-_client: HeadroomClient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+create(model, messages, ...) Any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+simulate(model, messages, ...) SimulationResult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Messages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-_client: HeadroomClient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+create(model, messages, ...) Any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+stream(model, messages, ...) Any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+simulate(model, messages, ...) SimulationResult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HeadroomMode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&lt;&lt;enumeration&gt;&gt;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AUDIT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49 行)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图2-4: HeadroomClient 类图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双模式设计：Audit 与 Optimize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HeadroomClient 的核心决策点是 HeadroomMode：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AUDIT 模式：只分析不修改。计算 token 数、检测浪费信号、评估缓存对齐分数，但消息原样传递。适合 A/B 测试和渐进式启用。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OPTIMIZE 模式：执行完整变换链 + 缓存优化 + 语义缓存。消息被压缩后再发送给底层 LLM。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在 _create() 方法中，模式决定分支清晰：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if mode == HeadroomMode.OPTIMIZE:</a:t>
            </a:r>
            <a:br/>
            <a:r>
              <a:t>    result = self._pipeline.apply(messages, model, ...)</a:t>
            </a:r>
            <a:br/>
            <a:r>
              <a:t>    # ... 缓存优化 ...</a:t>
            </a:r>
            <a:br/>
            <a:r>
              <a:t>else:</a:t>
            </a:r>
            <a:br/>
            <a:r>
              <a:t>    optimized_messages = messages  # 原样传递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双 API 风格适配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ChatCompletions（OpenAI 风格）和 Messages（Anthropic 风格）是两个轻量包装类，将不同 API 风格的参数统一转发到 _create() 方法。api_style 参数在内部用于选择正确的传输层调用。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语义缓存层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当 enable_semantic_cache=True 时，HeadroomClient 在缓存优化器之上包装 SemanticCacheLayer。请求先检查语义缓存是否命中——如果命中，直接返回缓存响应，完全跳过 LLM 调用。这是 Headroom 最激进的优化：不仅压缩 token，还可能消除整个 API 调用。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 Transform Pipeline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_build_default_transforms(self) -&gt; list[Transform]: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transforms: list[Transform] = []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0. Tool-result interceptors (opt-in)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getattr(self.config, "intercept_tool_results", False) or ...: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transforms.append(ToolResultInterceptorTransform())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1. Cache Aligner (prefix stabilization)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self.config.cache_aligner.enabled: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transforms.append(CacheAligner(self.config.cache_aligner))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2. Content-aware Compression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transforms.append(ContentRouter())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transforms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 Transform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Transform 基类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transforms/base.py 定义了所有变换的抽象基类：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class Transform(ABC):</a:t>
            </a:r>
            <a:br/>
            <a:r>
              <a:t>    name: str = "base"</a:t>
            </a:r>
            <a:br/>
            <a:br/>
            <a:r>
              <a:t>    @abstractmethod</a:t>
            </a:r>
            <a:br/>
            <a:r>
              <a:t>    def apply(self, messages, tokenizer, **kwargs) -&gt; TransformResult:</a:t>
            </a:r>
            <a:br/>
            <a:r>
              <a:t>        pass</a:t>
            </a:r>
            <a:br/>
            <a:br/>
            <a:r>
              <a:t>    def should_apply(self, messages, tokenizer, **kwargs) -&gt; bool: ...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两个关键设计点：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should_apply() 守卫：每个变换可以自主决定是否执行。CacheAligner 在 CompressionPolicy.cache_aligner_enabled=False 时返回 False，ContentRouter 可以根据消息内容决定是否路由。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frozen_message_count 协议：通过 kwargs 传入，告知变换前 N 条消息已被提供方缓存，不得修改。split_frozen() 辅助函数将消息分为冻结部分和可变部分。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变换注册与执行顺序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transforms/pipeline.py 中的 TransformPipeline._build_default_transforms() 定义了默认变换链的构建顺序：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顺序至关重要：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ToolResultInterceptor（opt-in）先运行，缩小工具输出体积，让下游压缩器处理更少的数据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CacheAligner 在压缩前稳定前缀，确保提供方 KV 缓存命中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ContentRouter 最后运行，按内容类型路由到专用压缩器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apply() 方法：顺序执行 + 精确计时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apply() 方法是流水线的执行核心。它按顺序执行每个变换，并做了几项关键优化：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深拷贝一次：在流水线开始时对消息做一次深拷贝，后续变换直接修改拷贝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避免重复 token 计数：每个变换在自己的 TransformResult 中报告前后 token 数，流水线只在最后做一次完整计数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OpenTelemetry 集成：每个变换被包裹在 OTel span 中，记录 token 变化、耗时等指标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Diff Artifact：可选的调试功能，记录每个变换的详细 diff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for transform in self.transforms:</a:t>
            </a:r>
            <a:br/>
            <a:r>
              <a:t>    if not transform.should_apply(current_messages, tokenizer, **kwargs):</a:t>
            </a:r>
            <a:br/>
            <a:r>
              <a:t>        continue</a:t>
            </a:r>
            <a:br/>
            <a:r>
              <a:t>    result = transform.apply(current_messages, tokenizer, **kwargs)</a:t>
            </a:r>
            <a:br/>
            <a:r>
              <a:t>    current_messages = result.messages</a:t>
            </a:r>
            <a:br/>
            <a:r>
              <a:t>    all_transforms.extend(result.transforms_applied)</a:t>
            </a:r>
            <a:br/>
            <a:r>
              <a:t>    all_timing[transform.name] = duration_ms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simulate()：零副作用预览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simulate() 方法直接调用 apply(record_metrics=False)，因为 apply() 本身就在拷贝上操作，所以模拟不会修改原始消息，也不会记录指标。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5. CompressionPolicy 与 AdaptiveSizer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CompressionPolicy：认证模式驱动的策略边界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transforms/compression_policy.py 实现了按认证模式（AuthMode）区分的压缩策略。这是 Phase F 引入的关键安全机制——不同付费等级的用户获得不同的压缩行为：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字段 | PAYG / OAuth | Subscription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live_zone_only | False | True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cache_aligner_enabled | True | False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volatile_token_threshold | 128 | 32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max_lossy_ratio | 0.45 | 0.25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toin_read_only | False | True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设计哲学：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PAYG/OAuth：激进策略。允许修改缓存前缀、更高的有损压缩上限、TOIN 可写入学习数据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Subscription：保守策略。只压缩活跃区域、禁用 CacheAligner（解决 #327/#388 的缓存不稳定投诉）、TOIN 只读（一致性优先于学习）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resolve_policy() 是唯一公共入口，它结合环境变量 HEADROOM_PROXY_AUTH_MODE_POLICY_ENFORCEMENT 和认证模式决定最终策略。当强制执行关闭时，所有模式都使用 PAYG 策略作为防御性默认值。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图2-5: 压缩策略决策状态图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stateDiagram-v2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[*] --&gt; 请求到达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请求到达 --&gt; 检查强制执行标志: resolve_policy()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检查强制执行标志 --&gt; PAYG策略: 标志关闭 / auth_mode=None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检查强制执行标志 --&gt; 按模式分发: 标志开启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按模式分发 --&gt; PAYG策略: AuthMode.PAYG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按模式分发 --&gt; PAYG策略: AuthMode.OAUTH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按模式分发 --&gt; Subscription策略: AuthMode.SUBSCRIPTION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PAYG策略 --&gt; 激进压缩: live_zone_only=False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PAYG策略 --&gt; CacheAligner启用: cache_aligner_enabled=True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PAYG策略 --&gt; TOIN可写: toin_read_only=False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Subscription策略 --&gt; 仅活跃区压缩: live_zone_only=True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Subscription策略 --&gt; CacheAligner禁用: cache_aligner_enabled=False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Subscription策略 --&gt; TOIN只读: toin_read_only=True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激进压缩 --&gt; 压缩执行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CacheAligner启用 --&gt; 压缩执行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仅活跃区压缩 --&gt; 压缩执行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CacheAligner禁用 --&gt; 压缩执行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TOIN可写 --&gt; 压缩执行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TOIN只读 --&gt; 压缩执行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压缩执行 --&gt; [*]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图2-5: 压缩策略决策状态图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compute_optimal_k(items, bias=1.0, min_k=3, max_k=None) -&gt; int: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Tier 1: fast path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n &lt;= 8: return 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unique_count = count_unique_simhash(items)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unique_count &lt;= 3: return max(min_k, unique_count)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Tier 2: Kneedle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curve = compute_unique_bigram_curve(items)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knee = find_knee(curve)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Tier 3: zlib validation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k = _validate_with_zlib(items, k, effective_max)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图2-5: 压缩策略决策状态图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AdaptiveSizer：信息饱和度驱动的自适应大小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transforms/adaptive_sizer.py 解决了一个核心问题：保留多少条目才是最优的？ 传统方案使用硬编码的 max_items=15，但不同数据的最优 K 差异巨大。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AdaptiveSizer 采用三层决策系统：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Tier 1（快速路径）：处理平凡情况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少于 8 个条目 → 全部保留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SimHash 聚类发现 ≤3 个唯一组 → 保留唯一组数量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Tier 2（标准路径）：Kneedle 算法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按重要性排序条目，提取词级 bigram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构建累积唯一 bigram 覆盖曲线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用 Kneedle 算法找膝点——边际信息增益急剧下降的位置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如果没有找到膝点，用多样性比率（unique_count / n）计算保留分数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Tier 3（验证路径）：zlib 压缩比交叉验证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比较子集和全集的 zlib 压缩比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如果差异超过 15%，说明子集遗漏了多样性内容，K 增加 20%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bias 参数允许上层覆盖统计结果：conservative（1.5）保留 50% 更多，aggressive（0.7）压缩更狠。这通过 config.py 中的 CompressionProfile 和 DEFAULT_TOOL_PROFILES 映射到具体工具——Grep 用保守策略，WebFetch 用激进策略。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6. Pipeline 生命周期钩子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CompressionHooks：三钩子 + 一协议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hooks.py 定义了四个扩展点：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1. pre_compress(messages, ctx) -&gt; messages：压缩前修改消息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用途：跨轮去重、记忆注入、预过滤、阶段检测。返回修改后的消息列表。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2. compute_biases(messages, ctx) -&gt; dict[int, float]：按消息设置压缩偏向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返回 {消息索引: 偏向值} 的映射：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1.0 = 默认压缩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&gt;1.0 = 保留更多（压缩更保守）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&lt;1.0 = 压缩更激进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典型应用：位置感知压缩（中间消息偏向更高，因为 LLM 注意力在中间最弱）、阶段感知预算（旧的探索消息偏向更低）。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3. post_compress(event)：压缩后观察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纯观测性钩子，用于失败驱动学习、分析看板、A/B 测试、异常检测。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4. on_pipeline_event(event) -&gt; PipelineEvent | None：规范生命周期事件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这是 CompressionHooks 同时实现 PipelineExtension 协议的桥梁。PipelineExtensionManager 在构造时检查 hooks 是否有 on_pipeline_event 方法，如果有就自动加入扩展列表。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CompressContext 与 CompressEvent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两个数据类为钩子提供上下文：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CompressContext：压缩前上下文（模型、用户查询、轮次号、工具调用列表、提供方）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CompressEvent：压缩后事件（前后 token 数、节省量、压缩比、应用的变换列表）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默认行为：全 No-Op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CompressionHooks 的所有方法都有 no-op 默认实现——OSS 行为不变，除非子类覆盖。这是 Headroom 的设计哲学：默认安全，显式定制。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总（总结）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流水线设计核心优势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的压缩流水线体现了五个核心设计原则：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渐进式降级：从 compress() 一行代码到 HeadroomClient 完整代理，从 AUDIT 到 OPTIMIZE，用户可以逐步启用更激进的优化，每一步都有明确的回退路径。压缩失败时返回原始消息，扩展异常时 fail-open 不阻塞主流程。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策略与机制分离：CompressionPolicy 将"压缩多激进"的决策从"如何压缩"的实现中分离出来。认证模式决定策略边界，变换组件只关心机制。AdaptiveSizer 将"保留多少"的决策从"保留哪些"的选择中分离——统计决定 K，相关性决定具体条目。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事件驱动可扩展：PipelineExtensionManager + PipelineExtension 协议提供了零侵入的扩展机制。第三方通过 Python entry point 注册扩展，无需修改 Headroom 代码。链式传递 + fail-open 确保扩展既强大又安全。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可观测性内建：从 OTel span 到 CompressionObserver 协议，从 TransformResult.timing 到 DiffArtifact，流水线的每一步都可追踪。CompressionObserver 的设计哲学——"观测性故障不应破坏压缩"——是对真实生产事故的直接回应。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数据驱动的自适应：AdaptiveSizer 用 Kneedle 算法 + SimHash + zlib 三层验证替代硬编码阈值。TOIN（Tool Output Intelligence Network）反馈环让压缩策略随使用模式进化。这不是静态配置，而是一个学习系统。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
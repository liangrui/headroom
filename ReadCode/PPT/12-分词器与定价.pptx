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分词器与定价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Headroom 项目代码深度分析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一、总——概述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分词器（Tokenizer）和定价（Pricing）系统是 Headroom 代理进行上下文优化和成本控制的基石。分词器负责精确计算文本和消息的 token 数量，为压缩决策、缓存策略和上下文窗口管理提供数据支撑；定价系统则根据 token 使用量估算 API 调用成本，支持预算控制和成本报告。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的分词器架构采用"注册表 + 多后端"模式：TokenizerRegistry 单例注册表通过模型名称自动选择最佳后端（tiktoken、HuggingFace、Mistral、估算），并支持自定义注册和缓存。BaseTokenizer 抽象基类提供了消息计数的通用实现，各后端只需实现 count_text() 方法即可。当精确分词器不可用时，EstimatingTokenCounter 通过字符/内容类型启发式方法提供约 90% 准确度的估算。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定价系统同样采用分层架构：PricingRegistry 提供通用的成本估算框架，anthropic_prices 和 openai_prices 维护硬编码的厂商定价数据，而 litellm_pricing 则通过 LiteLLM 的社区维护数据库提供 100+ 模型的实时定价。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 12-1：分词器与定价思维导图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 12-2：分词器选择流程图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二、分——详细分析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2.1 分词器架构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BaseTokenizer(ABC):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MESSAGE_OVERHEAD = 4    # 每条消息的开销（role、格式等）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REPLY_OVERHEAD = 3      # 助手回复起始 token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count_text(self, text: str) -&gt; int: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count_message(self, message: dict[str, Any]) -&gt; int: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self.count_messages([message]) - self.REPLY_OVERHEAD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count_messages(self, messages: list[dict[str, Any]]) -&gt; int: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total = 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for message in messages: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total += self.MESSAGE_OVERHEAD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total += self.count_text(message.get("role", ""))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# 处理 content（字符串 / 多部分列表）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# 处理 tool_calls / function_call / name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total += self.REPLY_OVERHEAD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total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2.1 分词器架构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classDiagram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TokenCounter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&lt;&lt;Protocol&gt;&gt;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+count_text(text: str)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+count_messages(messages: list)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BaseTokenizer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&lt;&lt;ABC&gt;&gt;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+MESSAGE_OVERHEAD: int = 4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+REPLY_OVERHEAD: int = 3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+count_text(text: str) int*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+count_message(message: dict)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+count_messages(messages: list)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+_count_content_parts(parts: list)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+_count_tool_calls(tool_calls: list)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+_estimate_image_tokens(image_data: dict)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+encode(text: str) list~int~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+decode(tokens: list)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TiktokenCounter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+MESSAGE_OVERHEAD: int = 3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+model: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+encoding_name: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+count_text(text)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+count_messages(messages)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+encode(text) list~int~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+decode(tokens)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HuggingFaceTokenizer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+model: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+tokenizer_name: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+count_text(text)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+count_messages(messages)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+encode(text) list~int~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+decode(tokens)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+is_available()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71 行)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2.1 分词器架构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@staticmethod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_estimate_image_tokens(image_data: dict) -&gt; int: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img_bytes = image_data.get("source", {}).get("bytes", b"")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isinstance(img_bytes, (bytes, bytearray)) and len(img_bytes) &gt; 0: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try: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from PIL import Image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img = Image.open(io.BytesIO(img_bytes))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w, h = img.size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max_dim = 1568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if w &gt; max_dim or h &gt; max_dim: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scale = max_dim / max(w, h)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w, h = int(w * scale), int(h * scale)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max(100, (w * h) // 750)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except Exception: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pass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回退：基于字节大小估算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size_kb = len(img_bytes) / 1024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size_kb &lt; 50: return 400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size_kb &lt; 500: return 1200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return 1600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2.1 分词器架构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2.1.1 核心抽象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分词器架构建立在 base.py 中的两个核心抽象之上：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TokenCounter 协议定义了最小接口契约：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@runtime_checkable</a:t>
            </a:r>
            <a:br/>
            <a:r>
              <a:t>class TokenCounter(Protocol):</a:t>
            </a:r>
            <a:br/>
            <a:r>
              <a:t>    def count_text(self, text: str) -&gt; int: ...</a:t>
            </a:r>
            <a:br/>
            <a:r>
              <a:t>    def count_messages(self, messages: list[dict[str, Any]]) -&gt; int: ...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BaseTokenizer 抽象基类提供了消息计数的完整通用实现，子类只需实现 count_text()：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 12-3：分词器类图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2.1.2 多模态内容计数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BaseTokenizer._count_content_parts() 是分词器架构中最复杂的方法，处理多种内容格式的 token 计数：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内容类型 | 格式 | Token 估算策略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文本 | {"type": "text", "text": "..." | 精确计数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图片 (Anthropic) | {"type": "image"} | 1600（保守上限）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图片 (Strands SDK) | {"image": {"source": {"bytes": | Pillow 解码 + Anthropic 公式 (w*h)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图片 (OpenAI) | {"type": "image_url"} | low=85, high=170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音频 | {"type": "input_audio"} | 200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11 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图片 token 估算的 Anthropic 公式实现：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2.2 具体分词器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count_messages(self, messages):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self._use_fallback():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super().count_messages(messages)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hasattr(self.tokenizer, "apply_chat_template"):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try: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formatted = self.tokenizer.apply_chat_template(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messages, tokenize=True, add_generation_prompt=True)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len(formatted)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except Exception: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pass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return super().count_messages(messages)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2.2 具体分词器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CHARS_PER_TOKEN = 4.0       # 英文文本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CHARS_PER_TOKEN_CODE = 3.5  # 代码（更密集）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CHARS_PER_TOKEN_JSON = 3.2  # JSON（更多结构）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_detect_ratio(self, text: str) -&gt; float: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self.JSON_PATTERN.match(text):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try: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json.loads(text)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self.CHARS_PER_TOKEN_JSON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except (json.JSONDecodeError, ValueError):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pass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code_matches = len(self.CODE_PATTERN.findall(text))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code_matches &gt; len(text) / 500: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self.CHARS_PER_TOKEN_CODE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return self.CHARS_PER_TOKEN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2.2 具体分词器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MODEL_PATTERNS = [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(r"^gpt-4o", "tiktoken"),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(r"^gpt-4", "tiktoken"),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(r"^o1", "tiktoken"),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(r"^o3", "tiktoken"),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(r"^claude-", "anthropic"),    # 估算 (3.5 chars/token)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(r"^llama", "huggingface"),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(r"^mistral", "mistral"),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(r"^gemini", "google"),        # 估算 (4.0 chars/token)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(r"^command", "cohere"),       # 估算 (4.0 chars/token)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(r"^deepseek", "huggingface"),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(r"^qwen", "huggingface"),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2.2 具体分词器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Tokenizer: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__init__(self, token_counter: TokenCounter, model: str = ""):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self._counter = token_counter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self.model = model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count_text(self, text: str) -&gt; int: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self._counter.count_text(text)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count_message(self, message: dict) -&gt; int: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self._counter.count_message(message)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count_messages(self, messages: list) -&gt; int: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self._counter.count_messages(messages)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@property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available(self) -&gt; bool: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self._counter is not None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2.2 具体分词器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2.2.1 TiktokenCounter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tiktoken_counter.py 是 OpenAI 模型的精确分词器，使用 OpenAI 官方的 tiktoken 库：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编码映射：维护了完整的 MODEL_TO_ENCODING 字典，覆盖从 GPT-4o（o200k_base）到 GPT-3（r50k_base）的所有模型：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编码名 | 适用模型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o200k_base | GPT-4o、GPT-4o-mini、o1、o3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cl100k_base | GPT-4、GPT-4-Turbo、GPT-3.5-Turb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p50k_base | Codex、text-davinci-002/003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r50k_base | GPT-3 (davinci、curie、babbage、a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延迟加载与缓存：通过 @lru_cache(maxsize=8) 缓存编码实例，避免重复加载：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@lru_cache(maxsize=8)</a:t>
            </a:r>
            <a:br/>
            <a:r>
              <a:t>def _get_encoding(encoding_name: str):</a:t>
            </a:r>
            <a:br/>
            <a:r>
              <a:t>    import tiktoken</a:t>
            </a:r>
            <a:br/>
            <a:r>
              <a:t>    return tiktoken.get_encoding(encoding_name)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精确消息计数：count_messages() 实现了 OpenAI 的精确 token 计数公式，包括每条消息 3 token 的开销、name 字段额外 1 token、tool_call 每项 3 token 等。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2.2.2 HuggingFaceTokenizer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huggingface.py 支持所有有 HuggingFace tokenizer 的开放模型：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模型映射：MODEL_TO_TOKENIZER 字典将常见模型名映射到 HuggingFace tokenizer 标识符，覆盖 Llama 2/3、CodeLlama、Mistral、Mixtral、Qwen、DeepSeek、Phi、Falcon、StarCoder、Gemma 等家族。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Chat 模板支持：当 tokenizer 支持 apply_chat_template() 时，使用聊天模板进行精确计数：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优雅降级：当 transformers 库不可用或 tokenizer 加载失败时，自动回退到 4 字符/token 的估算。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2.2.3 MistralTokenizer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mistral.py 使用 Mistral 官方的 mistral-common 包：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版本映射：MODEL_TO_VERSION 字典将模型映射到 tokenizer 版本：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模型 | 版本 | 说明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mistral-large/small | v3 (tekken) | 最新 Tekken 分词器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ministral-8b/3b | v3 | 同上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codestral | v3 | 同上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pixtral-12b | v3 | 同上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mixtral-8x7b/8x22b | v1 | 旧版分词器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6 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Chat 编码：将消息转换为 Mistral 的 UserMessage/AssistantMessage/SystemMessage 格式，然后通过 encode_chat_completion() 获取精确 token 数。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2.2.4 EstimatingTokenCounter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estimator.py 是所有分词器的最终回退，通过启发式方法提供约 90% 准确度的估算：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内容类型检测：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特殊模式开销：URL 和 UUID 通常比字符数建议的 token 更多：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def _count_special_overhead(self, text: str) -&gt; int:</a:t>
            </a:r>
            <a:br/>
            <a:r>
              <a:t>    overhead = 0</a:t>
            </a:r>
            <a:br/>
            <a:r>
              <a:t>    urls = self.URL_PATTERN.findall(text)</a:t>
            </a:r>
            <a:br/>
            <a:r>
              <a:t>    for url in urls:</a:t>
            </a:r>
            <a:br/>
            <a:r>
              <a:t>        overhead += url.count("/") + url.count("?") + url.count("&amp;")</a:t>
            </a:r>
            <a:br/>
            <a:r>
              <a:t>    uuids = self.UUID_PATTERN.findall(text)</a:t>
            </a:r>
            <a:br/>
            <a:r>
              <a:t>    overhead += len(uuids) * 2  # 每个 UUID 约多 2 个 token</a:t>
            </a:r>
            <a:br/>
            <a:r>
              <a:t>    return overhead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固定比率模式：当传入 chars_per_token 参数时，跳过内容类型检测，直接使用固定比率。Anthropic 模型使用 3.5 字符/token，Google/Cohere 模型使用 4.0 字符/token。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2.2.5 TokenizerRegistry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registry.py 是分词器的中央注册表，采用单例模式：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class TokenizerRegistry:</a:t>
            </a:r>
            <a:br/>
            <a:r>
              <a:t>    _instance: TokenizerRegistry | None = None</a:t>
            </a:r>
            <a:br/>
            <a:r>
              <a:t>    _tokenizers: dict[str, TokenCounter] = {}      # 已注册的实例</a:t>
            </a:r>
            <a:br/>
            <a:r>
              <a:t>    _factories: dict[str, Callable] = {}            # 后端工厂</a:t>
            </a:r>
            <a:br/>
            <a:r>
              <a:t>    _cache: dict[str, TokenCounter] = {}            # 自动检测缓存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自动检测：MODEL_PATTERNS 列表按优先级匹配模型名到后端：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获取流程：get() 方法按"已注册实例 → 缓存 → 创建新实例"的顺序查找，创建失败时自动回退到 EstimatingTokenCounter。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便捷函数：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def get_tokenizer(model, backend=None, fallback=True) -&gt; TokenCounter:</a:t>
            </a:r>
            <a:br/>
            <a:r>
              <a:t>    return TokenizerRegistry.get(model, backend, fallback)</a:t>
            </a:r>
            <a:br/>
            <a:br/>
            <a:r>
              <a:t>def register_tokenizer(model, tokenizer=None, factory=None):</a:t>
            </a:r>
            <a:br/>
            <a:r>
              <a:t>    TokenizerRegistry.register(model, tokenizer, factory)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2.2.6 SDK 包装层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tokenizer.py 提供了面向 SDK 用户的 Tokenizer 包装类：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2.3 定价系统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@dataclass(frozen=True)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ModelPricing: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model: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provider: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input_per_1m: float              # 输入价格 (USD/百万token)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output_per_1m: float             # 输出价格 (USD/百万token)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cached_input_per_1m: float | None = None   # 缓存输入价格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batch_input_per_1m: float | None = None    # 批量输入价格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batch_output_per_1m: float | None = None   # 批量输出价格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context_window: int | None = None          # 上下文窗口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notes: str | None = None                   # 备注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@dataclass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CostEstimate: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cost_usd: float                  # 总成本 (USD)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breakdown: dict = field(default_factory=dict)  # 分项明细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pricing_date: date | None = None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is_stale: bool = False           # 定价是否过期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warning: str | None = None       # 过期警告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2.3 定价系统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sequenceDiagram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Caller as 调用方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PR as PricingRegistry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MP as ModelPricing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CE as CostEstimate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Caller-&gt;&gt;PR: estimate_cost(model, input_tokens, output_tokens, cached_tokens, ...)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PR-&gt;&gt;PR: get_price(model)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PR-&gt;&gt;MP: 查找模型定价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alt 模型未找到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MP--&gt;&gt;PR: None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PR--&gt;&gt;Caller: ValueError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else 模型找到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MP--&gt;&gt;PR: ModelPricing 实例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PR-&gt;&gt;PR: 计算输入成本&lt;br/&gt;(input_tokens / 1M) * input_per_1m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PR-&gt;&gt;PR: 计算输出成本&lt;br/&gt;(output_tokens / 1M) * output_per_1m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opt 有缓存 token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PR-&gt;&gt;PR: 计算缓存成本&lt;br/&gt;(cached_tokens / 1M) * cached_input_per_1m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opt 有批量 token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PR-&gt;&gt;PR: 计算批量成本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PR-&gt;&gt;PR: is_stale() 检查&lt;br/&gt;(超过30天视为过期)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PR-&gt;&gt;CE: 构建 CostEstimate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CE--&gt;&gt;Caller: 返回估算结果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2.3 定价系统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get_model_pricing(model: str) -&gt; LiteLLMModelPricing | None: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cost_data = litellm.model_cost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1. 精确匹配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info = cost_data.get(model)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2. 常见前缀匹配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info is None: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for prefix in ["openai/", "anthropic/", "google/", "mistral/", "deepseek/"]: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if f"{prefix}{model}" in cost_data: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info = cost_data[f"{prefix}{model}"]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break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3. 退役/重命名别名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info is None: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alias = _MODEL_ALIASES.get(model)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alias: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info = cost_data.get(alias)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转换：LiteLLM 存储 per-token 价格，转换为 per-1M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input_per_token = info.get("input_cost_per_token", 0) or 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output_per_token = info.get("output_cost_per_token", 0) or 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return LiteLLMModelPricing(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model=model,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input_cost_per_1m=input_per_token * 1_000_000,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output_cost_per_1m=output_per_token * 1_000_000,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定价数据源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flowchart TB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定价数据源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A1[anthropic_prices.py&lt;br/&gt;硬编码 Anthropic 定价]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A2[openai_prices.py&lt;br/&gt;硬编码 OpenAI 定价]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A3[litellm_pricing.py&lt;br/&gt;LiteLLM 社区数据库&lt;br/&gt;100+ 模型]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核心框架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B1[ModelPricing&lt;br/&gt;不可变定价数据]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B2[PricingRegistry&lt;br/&gt;注册表 + 成本估算]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B3[CostEstimate&lt;br/&gt;估算结果 + 明细]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消费方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C1[Provider.estimate_cost]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C2[Proxy 预算控制]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C3[perf 性能报告]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A1 --&gt; B2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A2 --&gt; B2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A3 --&gt;|get_model_pricing| B1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A3 --&gt;|estimate_cost| C1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B1 --&gt; B2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B2 --&gt; B3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B3 --&gt; C1 &amp; C2 &amp; C3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2.3 定价系统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2.3.1 核心数据结构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pricing/registry.py 定义了定价系统的核心数据结构：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2.3.2 PricingRegistry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PricingRegistry 提供了完整的成本估算能力：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 12-4：定价估算时序图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关键特性：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过期检测：定价数据超过 30 天自动标记为过期：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STALENESS_THRESHOLD_DAYS = 30</a:t>
            </a:r>
            <a:br/>
            <a:br/>
            <a:r>
              <a:t>def is_stale(self) -&gt; bool:</a:t>
            </a:r>
            <a:br/>
            <a:r>
              <a:t>    age = date.today() - self.last_updated</a:t>
            </a:r>
            <a:br/>
            <a:r>
              <a:t>    return age &gt; timedelta(days=self.STALENESS_THRESHOLD_DAYS)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分项明细：estimate_cost() 返回的 CostEstimate.breakdown 包含每项费用的详细信息：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breakdown = {</a:t>
            </a:r>
            <a:br/>
            <a:r>
              <a:t>    "input": {"tokens": 1000, "rate_per_1m": 3.00, "cost_usd": 0.003},</a:t>
            </a:r>
            <a:br/>
            <a:r>
              <a:t>    "output": {"tokens": 500, "rate_per_1m": 15.00, "cost_usd": 0.0075},</a:t>
            </a:r>
            <a:br/>
            <a:r>
              <a:t>    "cached_input": {"tokens": 800, "rate_per_1m": 0.30, "cost_usd": 0.00024},</a:t>
            </a:r>
            <a:br/>
            <a:r>
              <a:t>}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2.3.3 Anthropic 定价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anthropic_prices.py 维护了 Anthropic 模型的硬编码定价数据：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模型 | 输入 ($/M) | 输出 ($/M) | 缓存输入 ($/M) | 上下文窗口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claude-3-5-sonnet | 3.00 | 15.00 | 0.30 | 200K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claude-3-5-haiku | 0.80 | 4.00 | 0.08 | 200K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claude-3-opus | 15.00 | 75.00 | 1.50 | 200K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claude-3-haiku | 0.25 | 1.25 | 0.03 | 200K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还支持批量 API 定价（batch_input/batch_output），通常为标准价格的 50%。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2.3.4 OpenAI 定价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openai_prices.py 维护了 OpenAI 模型的定价数据：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模型 | 输入 ($/M) | 输出 ($/M) | 缓存输入 ($/M) | 上下文窗口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gpt-4o | 2.50 | 10.00 | 1.25 | 128K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gpt-4o-mini | 0.15 | 0.60 | 0.075 | 128K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o1 | 15.00 | 60.00 | 7.50 | 200K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o1-mini | 1.10 | 4.40 | 0.55 | 128K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o3-mini | 1.10 | 4.40 | 0.55 | 200K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7 行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2.3.5 LiteLLM 定价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litellm_pricing.py 通过 LiteLLM 的社区维护数据库提供 100+ 模型的实时定价：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模型别名：处理 LiteLLM 数据库中已退役/重命名的模型：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_MODEL_ALIASES = {</a:t>
            </a:r>
            <a:br/>
            <a:r>
              <a:t>    "claude-3-5-sonnet-20241022": "claude-sonnet-4-20250514",</a:t>
            </a:r>
            <a:br/>
            <a:r>
              <a:t>    "claude-3-5-sonnet-20240620": "claude-sonnet-4-20250514",</a:t>
            </a:r>
            <a:br/>
            <a:r>
              <a:t>    "claude-3-sonnet-20240229": "claude-3-haiku-20240307",</a:t>
            </a:r>
            <a:br/>
            <a:r>
              <a:t>}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环境隔离：与 Backend 层相同，导入 litellm 时通过 os.environ 快照/恢复机制隔离 dotenv.load_dotenv() 副作用。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便捷估算：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def estimate_cost(model, input_tokens=0, output_tokens=0) -&gt; float | None:</a:t>
            </a:r>
            <a:br/>
            <a:r>
              <a:t>    pricing = get_model_pricing(model)</a:t>
            </a:r>
            <a:br/>
            <a:r>
              <a:t>    if pricing is None:</a:t>
            </a:r>
            <a:br/>
            <a:r>
              <a:t>        return None</a:t>
            </a:r>
            <a:br/>
            <a:r>
              <a:t>    input_cost = (input_tokens / 1_000_000) * pricing.input_cost_per_1m</a:t>
            </a:r>
            <a:br/>
            <a:r>
              <a:t>    output_cost = (output_tokens / 1_000_000) * pricing.output_cost_per_1m</a:t>
            </a:r>
            <a:br/>
            <a:r>
              <a:t>    return input_cost + output_cost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 12-5：定价系统协作图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三、总——总结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 12-6：分词器与定价系统协作图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的分词器与定价系统体现了以下核心设计思想：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精度与可用性平衡：从精确分词器（tiktoken、HuggingFace、mistral-common）到估算回退（EstimatingTokenCounter），系统在任何依赖缺失时都能正常工作，只是精度有所降低。估算器倾向于略微高估，这对上下文窗口管理更安全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多模态全覆盖：_count_content_parts() 方法处理了 Anthropic 格式、OpenAI 格式和 Strands SDK 格式的所有内容类型（文本、图片、音频、视频、文档、工具调用、推理内容），确保 token 计数不会因 base64 编码的图片/文档而产生虚假的巨额计数。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注册表模式：TokenizerRegistry 和 PricingRegistry 都采用注册表模式，支持自动检测、手动注册和缓存，使系统既开箱即用又高度可扩展。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定价数据分层：硬编码的厂商定价（anthropic_prices、openai_prices）提供确定性基线，LiteLLM 社区数据库提供广覆盖的实时数据，两者互补。过期检测机制（30 天阈值）确保用户意识到数据可能过时。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安全隔离：LiteLLM 的 dotenv.load_dotenv() 副作用通过环境变量快照/恢复机制隔离，防止 .env 文件中的 API 密钥泄露到进程环境中。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
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第03篇：代理服务器（Proxy）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总（概述）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图3-1: 代理服务器知识脑图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mindmap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root((Proxy 代理服务器))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服务器架构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FastAPI / ASGI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HTTP + WebSocket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HeadroomProxy Mixin 架构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Provider Handler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AnthropicHandlerMixin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OpenAIHandlerMixin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GeminiHandlerMixin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BatchHandlerMixin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专用线程池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压缩执行器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取消感知指标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代理模式与认证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ProxyMode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token 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cache 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AuthMode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PAYG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OAUTH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SUBSCRIPTION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CompressionDecision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MemoryDecision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ImageCompressionDecision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请求处理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API 路由注册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循环保护 LoopbackGuard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阶段计时 StageTimer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RequestOutcome 统一输出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emit_request_outcome 漏斗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扩展系统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语义缓存 SemanticCache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速率限制 TokenBucketRateLimiter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请求日志 RequestLogger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节省追踪 SavingsTracker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成本追踪 CostTracker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WS 会话注册表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第三方扩展 ProxyExtension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可观测性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43 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Client["客户端"]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Client["客户端"]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CLI["CLI 工具&lt;br/&gt;Claude Code / Codex / Aider"]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IDE["IDE 插件&lt;br/&gt;Cursor / VSCode / Zed"]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SDK["SDK 调用&lt;br/&gt;OpenAI / Anthropic SDK"]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Proxy["Headroom Proxy"]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direction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ASGI["FastAPI / ASGI 入口"]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subgraph Middleware["中间件层"]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CORS["CORS 中间件"]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Auth["AuthMode 分类器"]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Loopback["Loopback Guard"]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subgraph Handlers["Provider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AH["Anthropic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OH["OpenAI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GH["Gemini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BH["Batch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subgraph Core["核心处理"]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CD["CompressionDecision"]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MD["MemoryDecision"]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ICD["ImageCompressionDecision"]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Pipeline["TransformPipeline&lt;br/&gt;CacheAligner + ContentRouter"]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Cache["SemanticCache"]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RL["RateLimiter"]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subgraph Observability["可观测性"]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PM["PrometheusMetrics"]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ST["StageTimer"]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RL2["RequestLogger"]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SV["SavingsTracker"]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CT["CostTracker"]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66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图3-2: Proxy 总体架构图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分（详细分析）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服务器架构（FastAPI / ASGI / WebSocket）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 as 客户端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F as FastAPI/ASGI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M as Middleware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H as Provider Handler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D as Decision Gate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 as TransformPipeline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O as Observability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U as 上游 LLM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C-&gt;&gt;F: HTTP Request / WS Connect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F-&gt;&gt;M: CORS / AuthMode / Loopback Guard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M-&gt;&gt;H: 路由到对应 Handler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H-&gt;&gt;D: CompressionDecision.decide()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D--&gt;&gt;H: should_compress + passthrough_reason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should_compress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H-&gt;&gt;P: pipeline.apply(messages)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P-&gt;&gt;P: CacheAligner → ContentRouter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P--&gt;&gt;H: 压缩后的 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H-&gt;&gt;D: MemoryDecision.decide()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inject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H-&gt;&gt;H: memory_handler.search_and_format_context()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H-&gt;&gt;U: 转发请求（压缩后）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U--&gt;&gt;H: 流式/非流式响应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H--&gt;&gt;F: 透传响应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F--&gt;&gt;C: 返回结果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H-&gt;&gt;O: emit_request_outcome()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O-&gt;&gt;O: PrometheusMetrics.record_request()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O-&gt;&gt;O: CostTracker.record_tokens()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O-&gt;&gt;O: RequestLogger.log()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O-&gt;&gt;O: PERF structured 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服务器架构（FastAPI / ASGI / WebSocket）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Proxy 的核心类 HeadroomProxy 采用 Mixin 组合模式，通过多重继承将不同 Provider 的处理逻辑组装到同一个类中：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HeadroomProxy(</a:t>
            </a:r>
            <a:br/>
            <a:r>
              <a:t>    StreamingMixin,</a:t>
            </a:r>
            <a:br/>
            <a:r>
              <a:t>    AnthropicHandlerMixin,</a:t>
            </a:r>
            <a:br/>
            <a:r>
              <a:t>    OpenAIHandlerMixin,</a:t>
            </a:r>
            <a:br/>
            <a:r>
              <a:t>    GeminiHandlerMixin,</a:t>
            </a:r>
            <a:br/>
            <a:r>
              <a:t>    BatchHandlerMixin,</a:t>
            </a:r>
            <a:br/>
            <a:r>
              <a:t>):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这种设计使得每个 Provider 的处理逻辑独立维护，同时共享公共的压缩管道、指标收集和请求日志基础设施。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关键架构决策：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FastAPI + ASGI：基于 Starlette 的异步框架，原生支持 SSE 流式响应和 WebSocket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专用压缩线程池：CPU 密集型的 Rust 压缩操作运行在独立的 ThreadPoolExecutor 中，避免阻塞事件循环。参见 server.py 中的 _run_compression_in_executor 方法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Pre-upstream 并发控制：通过 asyncio.Semaphore 限制 Anthropic 路径的并发预处理数量，防止冷启动重放风暴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Rust 核心校验：启动时检查 headroom._core 扩展是否可加载，缺失时默认拒绝启动（可通过环境变量降级）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HeadroomProxy.__init__ 中的初始化顺序经过精心设计——metrics 在 transforms 之前创建，以便 ContentRouter 在构造时就能接收 self.metrics 作为压缩观察者：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self.metrics = PrometheusMetrics(cost_tracker=self.cost_tracker)</a:t>
            </a:r>
            <a:br/>
            <a:r>
              <a:t># ... 之后创建 transforms</a:t>
            </a:r>
            <a:br/>
            <a:r>
              <a:t>transforms = [</a:t>
            </a:r>
            <a:br/>
            <a:r>
              <a:t>    CacheAligner(CacheAlignerConfig(enabled=False)),</a:t>
            </a:r>
            <a:br/>
            <a:r>
              <a:t>    ContentRouter(router_config, observer=self.metrics),</a:t>
            </a:r>
            <a:br/>
            <a:r>
              <a:t>]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图3-3: 请求处理时序图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代理模式与认证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classify_auth_mode(headers: Mapping[str, Any] | Any) -&gt; AuthMode: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1. User-Agent → Subscription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ua_lower = _header_get(headers, "user-agent").lower()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prefix in SUBSCRIPTION_UA_PREFIXES: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prefix in ua_lower: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AuthMode.SUBSCRIPTION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2. Authorization → OAuth / PAYG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auth = _header_get(headers, "authorization")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auth.startswith("Bearer 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token = auth[len("Bearer "):]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token.startswith("sk-ant-oat-"):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AuthMode.OAUTH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token.startswith("sk-ant-api") or token.startswith("sk-"):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AuthMode.PAYG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len(token.split(".")) &gt;= 3: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AuthMode.OAUTH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代理模式与认证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ProxyMode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&lt;&lt;module&gt;&gt;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+PROXY_MODE_TOKEN: str = "token"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+PROXY_MODE_CACHE: str = "cache"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+normalize_proxy_mode(mode, default)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+is_token_mode(mode)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+is_cache_mode(mode)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AuthMode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&lt;&lt;enum&gt;&gt;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PAYG = "payg"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OAUTH = "oauth"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SUBSCRIPTION = "subscription"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CompressionDecision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&lt;&lt;frozen dataclass&gt;&gt;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+should_compress: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+passthrough_reason: str|None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+bypass_header_set: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+config_optimize_enabled: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+license_allows: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+has_messages: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+decide(headers, config, usage_reporter, messages)$ CompressionDecision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+apply_to_tags(tags)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MemoryDecision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&lt;&lt;frozen dataclass&gt;&gt;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+inject: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+skip_reason: str|None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+bypass_header_set: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+memory_handler_present: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+memory_user_id_present: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+mode_name: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+decide(headers, memory_handler, memory_user_id, mode_name)$ MemoryDecision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+apply_to_tags(tags)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67 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代理模式与认证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ProxyMode：运行模式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modes.py 定义了两种互斥的代理运行模式：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常量 | 行为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 | PROXY_MODE_TOKEN | 优先压缩——可重写历史消息以最大化 token 节省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cache | PROXY_MODE_CACHE | 优先缓存稳定性——冻结历史轮次，保护 Provider 前缀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模式通过 HEADROOM_MODE 环境变量设置，支持多种别名归一化（如 token_mode → token，cost_savings → cache）：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_MODE_ALIASES = {</a:t>
            </a:r>
            <a:br/>
            <a:r>
              <a:t>    "token": PROXY_MODE_TOKEN,</a:t>
            </a:r>
            <a:br/>
            <a:r>
              <a:t>    "token_mode": PROXY_MODE_TOKEN,</a:t>
            </a:r>
            <a:br/>
            <a:r>
              <a:t>    "token_savings": PROXY_MODE_TOKEN,</a:t>
            </a:r>
            <a:br/>
            <a:r>
              <a:t>    "cache": PROXY_MODE_CACHE,</a:t>
            </a:r>
            <a:br/>
            <a:r>
              <a:t>    "cache_mode": PROXY_MODE_CACHE,</a:t>
            </a:r>
            <a:br/>
            <a:r>
              <a:t>    "cost_savings": PROXY_MODE_CACHE,</a:t>
            </a:r>
            <a:br/>
            <a:r>
              <a:t>}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AuthMode：认证模式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auth_mode.py 实现了三级认证分类，直接决定压缩策略的激进程度：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AuthMode | 含义 | 压缩策略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PAYG | 按 API Key 付费 | 激进压缩，允许有损压缩器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OAUTH | OAuth / IAM / ADC 令牌 | 仅无损压缩，不自动注入缓存控制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SUBSCRIPTION | 订阅制 CLI/IDE | 隐身模式——不修改 User-Agent，不注入 X-Hea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分类决策链的优先级为：*Subscription UA &gt; OAuth Bearer &gt; PAYG sk- &gt; JWT &gt; x-api-key &gt; 默认 PAYG**。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三大 Decision 类型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CompressionDecision、MemoryDecision 和 ImageCompressionDecision 是三个不可变（frozen=True）的决策值类型，统一了原先散布在多个 Handler 中的内联判断逻辑。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CompressionDecision 的决策优先级：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bypass_header — 用户显式绕过（x-headroom-bypass: true）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compression_disabled — 运维关闭（config.optimize=False）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no_messages — 空消息列表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license_denied — 许可证拒绝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@dataclass(frozen=True)</a:t>
            </a:r>
            <a:br/>
            <a:r>
              <a:t>class CompressionDecision:</a:t>
            </a:r>
            <a:br/>
            <a:r>
              <a:t>    should_compress: bool</a:t>
            </a:r>
            <a:br/>
            <a:r>
              <a:t>    passthrough_reason: str | None</a:t>
            </a:r>
            <a:br/>
            <a:r>
              <a:t>    bypass_header_set: bool</a:t>
            </a:r>
            <a:br/>
            <a:r>
              <a:t>    config_optimize_enabled: bool</a:t>
            </a:r>
            <a:br/>
            <a:r>
              <a:t>    license_allows: bool</a:t>
            </a:r>
            <a:br/>
            <a:r>
              <a:t>    has_messages: bool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MemoryDecision 的决策优先级：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bypass_header — 用户显式绕过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no_handler — 无 Memory 后端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no_user_id — 缺少用户 ID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mode_disabled — 运维禁用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mode_tool — 工具模式（不自动注入）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每个 Decision 都提供 apply_to_tags() 方法，将跳过原因写入 RequestOutcome.tags，供 Dashboard 切片分析。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图3-4: 代理模式类图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请求处理（API 路由 / 循环保护 / 阶段计时）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@dataclass(frozen=True)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RequestOutcome: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request_id: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provider: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original_tokens: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optimized_tokens: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output_tokens: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attempted_input_tokens: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cache_read_tokens: int =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... 更多字段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请求处理（API 路由 / 循环保护 / 阶段计时）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stateDiagram-v2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RequestReceived: HTTP/WS 请求到达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RequestReceived --&gt; AuthClassified: classify_auth_mode()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AuthClassified --&gt; DecisionGated: CompressionDecision.decide()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state DecisionGated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CheckBypass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CheckBypass --&gt; Passthrough: bypass_header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CheckBypass --&gt; CheckConfig: no bypass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CheckConfig --&gt; Passthrough: optimize=False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CheckConfig --&gt; CheckMessages: optimize=True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CheckMessages --&gt; Passthrough: no 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CheckMessages --&gt; CheckLicense: has 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CheckLicense --&gt; Passthrough: license denied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CheckLicense --&gt; Compress: all gates pass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DecisionGated --&gt; RateLimitCheck: should_compress=true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DecisionGated --&gt; ForwardDirectly: should_compress=false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RateLimitCheck --&gt; RateLimited: 超出限制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RateLimitCheck --&gt; CacheCheck: 限制内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CacheCheck --&gt; CacheHit: SemanticCache 命中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CacheCheck --&gt; MemoryInjection: 缓存未命中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MemoryInjection --&gt; CompressionPipeline: MemoryDecision.inject=true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MemoryInjection --&gt; CompressionPipeline: MemoryDecision.inject=false&lt;br/&gt;(跳过注入)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CompressionPipeline --&gt; ForwardCompressed: pipeline.apply()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ForwardCompressed --&gt; UpstreamRequest: 转发压缩后请求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ForwardDirectly --&gt; UpstreamRequest: 转发原始请求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UpstreamRequest --&gt; StreamResponse: SSE/WebSocket 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UpstreamRequest --&gt; BatchResponse: 非流式响应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StreamResponse --&gt; RecordOutcome: emit_request_outcome()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BatchResponse --&gt; RecordOutcome: emit_request_outcome()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CacheHit --&gt; RecordOutcome: emit_request_outcome()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44 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请求处理（API 路由 / 循环保护 / 阶段计时）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API 路由注册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 通过 register_provider_routes 将各 Provider 的 API 端点注册到 FastAPI 应用。每个 Handler Mixin 负责自己 Provider 的路由处理，包括：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Anthropic：/v1/messages（SSE 流式）、/v1/messages/batches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OpenAI：/v1/chat/completions（SSE）、/v1/responses（WebSocket Codex）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Gemini：/v1/models/{model}:generateContent、/v1/models/{model}:streamGenerateContent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循环保护：LoopbackGuard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loopback_guard.py 为 /debug/* 端点提供仅回环访问保护。关键设计决策：返回 404 而非 403，使调试端点对外部扫描器不可见——与"无此路由"无法区分：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require_loopback(request: Request) -&gt; None:</a:t>
            </a:r>
            <a:br/>
            <a:r>
              <a:t>    client = getattr(request, "client", None)</a:t>
            </a:r>
            <a:br/>
            <a:r>
              <a:t>    host = getattr(client, "host", None) if client is not None else None</a:t>
            </a:r>
            <a:br/>
            <a:r>
              <a:t>    if not is_loopback_host(host):</a:t>
            </a:r>
            <a:br/>
            <a:r>
              <a:t>        raise HTTPException(status_code=404)  # 不是 403！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is_loopback_host 支持 IPv4、IPv6 和 IPv6-mapped IPv4（::ffff:127.0.0.1），覆盖 Linux 双栈套接字的默认行为。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阶段计时：StageTimer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stage_timer.py 提供轻量级的同步+异步上下文管理器，用于测量请求处理各阶段的耗时：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StageTimer:</a:t>
            </a:r>
            <a:br/>
            <a:r>
              <a:t>    def measure(self, name: str) -&gt; StageMeasurement:</a:t>
            </a:r>
            <a:br/>
            <a:r>
              <a:t>        """返回一个记录命名阶段耗时的上下文管理器"""</a:t>
            </a:r>
            <a:br/>
            <a:r>
              <a:t>        return StageMeasurement(self, name)</a:t>
            </a:r>
            <a:br/>
            <a:br/>
            <a:r>
              <a:t>    def summary(self) -&gt; dict[str, float]:</a:t>
            </a:r>
            <a:br/>
            <a:r>
              <a:t>        """返回已记录阶段耗时的快照（毫秒）"""</a:t>
            </a:r>
            <a:br/>
            <a:r>
              <a:t>        return dict(self._stages)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使用方式：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timer = StageTimer()</a:t>
            </a:r>
            <a:br/>
            <a:r>
              <a:t>async with timer.measure("upstream_connect"):</a:t>
            </a:r>
            <a:br/>
            <a:r>
              <a:t>    # 连接上游...</a:t>
            </a:r>
            <a:br/>
            <a:r>
              <a:t>    pass</a:t>
            </a:r>
            <a:br/>
            <a:r>
              <a:t>async with timer.measure("compression"):</a:t>
            </a:r>
            <a:br/>
            <a:r>
              <a:t>    # 压缩...</a:t>
            </a:r>
            <a:br/>
            <a:r>
              <a:t>    pass</a:t>
            </a:r>
            <a:br/>
            <a:r>
              <a:t># timer.summary() → {"upstream_connect": 45.2, "compression": 12.8}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计时数据通过 emit_stage_timings_log 同时写入结构化日志和 Prometheus 指标。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RequestOutcome：统一输出漏斗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outcome.py 定义了 RequestOutcome 不可变数据类，作为所有 Provider Handler 的统一请求结果类型。它解决了原先 18 个 metrics.record_request 调用点参数不一致的问题：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emit_request_outcome 函数是唯一的输出漏斗，按序执行四个下游效果：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PrometheusMetrics.record_request() — 指标收集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CostTracker.record_tokens() — 成本追踪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RequestLogger.log() — 请求日志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结构化 PERF 日志行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图3-5: 请求处理状态图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 扩展系统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语义缓存：SemanticCache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semantic_cache.py 实现了基于消息内容哈希的响应缓存，使用 OrderedDict 实现 O(1) LRU 淘汰：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SemanticCache:</a:t>
            </a:r>
            <a:br/>
            <a:r>
              <a:t>    def _compute_key(self, messages: list[dict], model: str) -&gt; str:</a:t>
            </a:r>
            <a:br/>
            <a:r>
              <a:t>        normalized = json.dumps({"model": model, "messages": messages}, sort_keys=True)</a:t>
            </a:r>
            <a:br/>
            <a:r>
              <a:t>        return hashlib.sha256(normalized.encode()).hexdigest()[:32]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最大条目数：默认 1000，超出时 LRU 淘汰最旧条目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TTL：默认 3600 秒，过期条目在 get() 时惰性删除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线程安全：使用 asyncio.Lock 保护并发访问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速率限制：TokenBucketRateLimiter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rate_limiter.py 实现了令牌桶算法，按 API Key 或 IP 地址限制请求频率和 Token 用量：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TokenBucketRateLimiter:</a:t>
            </a:r>
            <a:br/>
            <a:r>
              <a:t>    def __init__(self, requests_per_minute=60, tokens_per_minute=100000):</a:t>
            </a:r>
            <a:br/>
            <a:r>
              <a:t>        self._request_buckets: dict[str, RateLimitState] = defaultdict(...)</a:t>
            </a:r>
            <a:br/>
            <a:r>
              <a:t>        self._token_buckets: dict[str, RateLimitState] = defaultdict(...)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双层桶：请求频率桶 + Token 用量桶，独立计数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桶上限：最多 1000 个桶（MAX_RATE_LIMITER_BUCKETS），防止 DoS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惰性清理：超过上限时自动清理 10 分钟未使用的桶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令牌补充：基于经过时间按速率线性补充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请求日志：RequestLogger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request_logger.py 将请求日志写入内存 deque（最大 10,000 条）和可选的 JSONL 文件。Phase G PR-G3 引入了 base64 图片脱敏——递归遍历请求/响应 JSON，将超过 1024 字节的 base64 图片数据替换为大小占位符：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IMAGE_BASE64_REPLACEMENT_TEMPLATE = "&lt;image:base64-redacted bytes={n}&gt;"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脱敏策略采用路径感知方式：仅对已知图片字段（data、url、image_url、image）或以 data:image/ 开头的字符串执行替换，避免误脱敏加密 blob、签名令牌等非图片内容。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节省追踪：SavingsTracker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savings_tracker.py 将累计压缩节省持久化到本地 JSON 文件，确保代理重启后历史数据不丢失：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SavingsTracker:</a:t>
            </a:r>
            <a:br/>
            <a:r>
              <a:t>    def record_request(self, *, model, input_tokens, tokens_saved, ...):</a:t>
            </a:r>
            <a:br/>
            <a:r>
              <a:t>        # 更新 lifetime 累计</a:t>
            </a:r>
            <a:br/>
            <a:r>
              <a:t>        # 更新 display_session（60 分钟不活动自动重置）</a:t>
            </a:r>
            <a:br/>
            <a:r>
              <a:t>        # 追加 history 检查点</a:t>
            </a:r>
            <a:br/>
            <a:r>
              <a:t>        # 原子写入 JSON 文件（tempfile + rename）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原子写入：先写临时文件再 rename，防止写入中断导致数据损坏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Display Session：60 分钟不活动自动重置的"展示会话"，用于 Dashboard 实时视图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历史压缩：保留最近 5000 个检查点，超过 365 天的自动清理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多粒度聚合：支持按小时/天/周/月聚合，供前端图表展示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LiteLLM 定价集成：使用 LiteLLM 的社区定价数据库计算美元节省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成本追踪：CostTracker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cost.py 中的 CostTracker 跟踪每个模型的 Token 用量和成本，支持预算限制：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CostTracker:</a:t>
            </a:r>
            <a:br/>
            <a:r>
              <a:t>    def estimate_cost(self, model, input_tokens, output_tokens,</a:t>
            </a:r>
            <a:br/>
            <a:r>
              <a:t>                      cache_read_tokens=0, cache_write_tokens=0) -&gt; float | None:</a:t>
            </a:r>
            <a:br/>
            <a:r>
              <a:t>        # 使用 LiteLLM 的定价数据库</a:t>
            </a:r>
            <a:br/>
            <a:r>
              <a:t>        # 原生支持 cache_read / cache_creation 定价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Provider 缓存经济学：不同 Provider 的缓存折扣不同（Anthropic 读 0.1x/写 1.25x，OpenAI 读 0.5x/写 1.0x）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模型名解析缓存：避免重复的同步 LiteLLM 查找阻塞事件循环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预算控制：支持按小时/天/月的预算限制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前缀缓存统计：build_prefix_cache_stats() 构建按 Provider 分组的缓存命中率、节省金额等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WebSocket 会话注册表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ws_session_registry.py 为 Codex WebSocket 会话提供生命周期追踪：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WebSocketSessionRegistry:</a:t>
            </a:r>
            <a:br/>
            <a:r>
              <a:t>    def register(self, handle: WSSessionHandle) -&gt; None: ...</a:t>
            </a:r>
            <a:br/>
            <a:r>
              <a:t>    def deregister(self, session_id, cause) -&gt; WSSessionHandle | None: ...</a:t>
            </a:r>
            <a:br/>
            <a:r>
              <a:t>    def attach_tasks(self, session_id, tasks) -&gt; None: ...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终止原因分类：client_disconnect、upstream_disconnect、upstream_error、response_completed 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幂等注销：Handler 的 finally 块安全调用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Prometheus 集成：active_ws_sessions 和 active_relay_tasks 实时仪表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第三方扩展：ProxyExtension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extensions.py 通过 Python Entry Points 机制提供第三方扩展点：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pyproject.toml 声明</a:t>
            </a:r>
            <a:br/>
            <a:r>
              <a:t>[project.entry-points."headroom.proxy_extension"]</a:t>
            </a:r>
            <a:br/>
            <a:r>
              <a:t>my_extension = "my_pkg.extension:install"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扩展是显式启用的——即使安装了也不会自动运行，必须通过 --proxy-extension 或 HEADROOM_PROXY_EXTENSIONS 环境变量启用。支持通配符 * 启用所有已发现扩展。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 Prometheus 指标与 Warmup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PrometheusMetrics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prometheus_metrics.py 是 Proxy 的核心可观测性组件，追踪请求计数、Token 用量、延迟、开销、TTFB、每阶段计时、浪费信号、前缀缓存统计和累计节省历史。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指标分类：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类别 | 示例指标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请求计数 | headroom_requests_total | 总请求数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 用量 | headroom_tokens_saved_total | 压缩节省的 Token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延迟 | headroom_latency_ms_sum/count/ | 请求延迟直方图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开销 | headroom_overhead_ms_* | Headroom 处理开销（不含 LLM 时间）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TTFB | headroom_ttfb_ms_* | 首字节时间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9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并发安全设计：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通用指标使用 asyncio.Lock（self._lock）保护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阶段计时使用 threading.Lock（self._stage_timing_lock）保护——因为更新操作无 await，同步锁更轻量，且不会与 export() 的字符串构建竞争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defaultdict(int) 写入在 GIL 下原子性足够，record_compression 等方法无需加锁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export() 方法生成标准 Prometheus 文本格式，供 /metrics 端点抓取。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WarmupRegistry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warmup.py 管理代理启动时的预热资产注册表，确保首次请求不会触发 N 个并行加载：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  <a:br/>
            <a:r>
              <a:t>class WarmupRegistry:</a:t>
            </a:r>
            <a:br/>
            <a:r>
              <a:t>    kompress: WarmupSlot = field(default_factory=WarmupSlot)</a:t>
            </a:r>
            <a:br/>
            <a:r>
              <a:t>    magika: WarmupSlot = field(default_factory=WarmupSlot)</a:t>
            </a:r>
            <a:br/>
            <a:r>
              <a:t>    code_aware: WarmupSlot = field(default_factory=WarmupSlot)</a:t>
            </a:r>
            <a:br/>
            <a:r>
              <a:t>    tree_sitter: WarmupSlot = field(default_factory=WarmupSlot)</a:t>
            </a:r>
            <a:br/>
            <a:r>
              <a:t>    smart_crusher: WarmupSlot = field(default_factory=WarmupSlot)</a:t>
            </a:r>
            <a:br/>
            <a:r>
              <a:t>    memory_backend: WarmupSlot = field(default_factory=WarmupSlot)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每个 WarmupSlot 有四种状态：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状态 | 含义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loaded | 资产成功加载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loading | 正在加载（异步预热）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null | 未配置或未启用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error | 加载失败（请求时仍可走懒加载路径）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预热状态通过 /debug/warmup 端点暴露，方便运维诊断冷启动问题。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总（总结）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Proxy 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Proxy 的核心价值在于零侵入、全透明的 LLM 请求优化：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零代码集成：只需改 Base URL，客户端无需任何修改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决策统一化：CompressionDecision / MemoryDecision / ImageCompressionDecision 三个不可变值类型消除了多 Handler 间的逻辑漂移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输出漏斗化：RequestOutcome + emit_request_outcome() 确保每个请求的四个下游效果（指标、成本、日志、PERF）永远一致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可观测性优先：从 StageTimer 到 PrometheusMetrics，每个关键路径都有结构化指标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安全纵深：LoopbackGuard（404 隐身）、图片脱敏、速率限制、桶上限防护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持久化节省：SavingsTracker 原子写入 + display session + 多粒度聚合，重启不丢数据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扩展友好：Entry Point 机制 + 显式启用策略，第三方扩展安全可控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Proxy["Proxy 代理服务器"]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Proxy["Proxy 代理服务器"]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Server["HeadroomProxy&lt;br/&gt;server.py"]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Models["ProxyConfig / RequestLog&lt;br/&gt;models.py"]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Outcome["RequestOutcome&lt;br/&gt;outcome.py"]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Decisions["Decision 三件套&lt;br/&gt;compression_decision.py&lt;br/&gt;memory_decision.py&lt;br/&gt;image_compression_decision.py"]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Transforms["压缩变换层"]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Pipeline["TransformPipeline"]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Router["ContentRouter"]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Aligner["CacheAligner"]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Crusher["SmartCrusher"]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Memory["记忆系统"]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Handler["MemoryHandler&lt;br/&gt;memory_handler.py"]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Backend["LocalBackend / Qdrant"]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Learner["TrafficLearner"]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Cache["缓存层"]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Semantic["SemanticCache&lt;br/&gt;semantic_cache.py"]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Prefix["PrefixFreeze&lt;br/&gt;prefix_tracker.py"]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CompCache["CompressionCache"]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Providers["Provider 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Anthropic["Anthropic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OpenAI["OpenAI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Gemini["Gemini Handler"]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Observability["可观测性"]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Prom["PrometheusMetrics&lt;br/&gt;prometheus_metrics.py"]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Cost["CostTracker&lt;br/&gt;cost.py"]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Savings["SavingsTracker&lt;br/&gt;savings_tracker.py"]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ReqLog["RequestLogger&lt;br/&gt;request_logger.py"]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66 行)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图3-6: Proxy 与其他模块协作关系图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 作为 Headroom 系统的入口和调度中心，向下协调压缩变换、记忆系统、缓存层三大核心能力，向上对接 Anthropic / OpenAI / Gemini 等 Provider，向内通过 Decision 三件套实现策略控制，向外通过 PrometheusMetrics / CostTracker / SavingsTracker / RequestLogger 实现全链路可观测。这种分层解耦的架构使得每个模块都可以独立演进，而 Proxy 作为"零代码集成"的承诺始终不变。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
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第13篇：图像压缩 — 智能视觉Token优化系统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Microsoft YaHei"/>
              </a:defRPr>
            </a:pPr>
            <a:r>
              <a:t>Headroom 项目代码深度分析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一、总述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的图像压缩系统是一个端到端的智能视觉 Token 优化管线，旨在将 LLM 请求中的图像 Token 开销降低 40%–90%，同时保持回答准确率。该系统由三个核心层次构成：无损的 Tile 边界对齐（纯数学，零质量损失）、ML 驱动的技术路由（ONNX INT8 模型，CPU 友好）、提供商特定压缩执行（OpenAI/Anthropic/Google 各自最优策略）。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整个管线的核心设计哲学是"先无损，后有损"——优先通过 Tile 边界优化消除结构性浪费，再根据查询意图和图像内容智能选择压缩策略，最后按提供商格式规范精确执行。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2926080"/>
            <a:ext cx="13716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二、分述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图像压缩架构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ImageCompressor: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compress(self, messages, provider="openai"):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Step 1: Tile-boundary optimization (always safe, pure math)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messages, tile_results = optimize_images_in_messages(messages, provider)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Step 2: ML-based technique routing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query = self._extract_query(messages)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image_data = self._extract_image_data(messages)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# Step 3: Apply compression technique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compressed_messages = self._apply_compression(messages, technique, provider)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2.1 图像压缩架构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图像压缩的入口是 ImageCompressor，它是一个无状态的压缩门面，协调三个步骤的执行：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关键设计点：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懒加载模型：_router 和 _ocr_engine 均为懒加载，首次使用时才初始化，避免启动时加载大模型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多格式兼容：has_images() 和 _extract_image_data() 同时支持 OpenAI（image_url）、Anthropic（image + source）、Google（inlineData）三种格式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优雅降级：ONNX Router 失败 → PyTorch Router → PRESERVE（保持原样），确保任何情况下请求都不会被阻断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CompressionResult 数据类记录了每次压缩的完整结果：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  <a:br/>
            <a:r>
              <a:t>class CompressionResult:</a:t>
            </a:r>
            <a:br/>
            <a:r>
              <a:t>    technique: Technique</a:t>
            </a:r>
            <a:br/>
            <a:r>
              <a:t>    original_tokens: int</a:t>
            </a:r>
            <a:br/>
            <a:r>
              <a:t>    compressed_tokens: int</a:t>
            </a:r>
            <a:br/>
            <a:r>
              <a:t>    confidence: float</a:t>
            </a:r>
            <a:br/>
            <a:br/>
            <a:r>
              <a:t>    @property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查询分类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flowchart LR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查询分类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Q[用户查询] --&gt; TK[Tokenizer编码]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TK --&gt; ML[MiniLM分类器]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ML --&gt; TC[Technique + Confidence]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subgraph 图像分析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IMG[图像字节] --&gt; RES[Resize 224x224]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RES --&gt; SIG[SigLIP编码器]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SIG --&gt; EMB[图像嵌入]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EMB --&gt; SIM[与文本嵌入计算相似度]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SIM --&gt; IS[ImageSignals]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TC --&gt; DEC[RouteDecision]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IS --&gt; DEC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DEC --&gt; ADJ{图像信号调整}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ADJ --&gt;|TRANSCODE+低文本| CONF1[置信度×0.8]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ADJ --&gt;|PRESERVE+复杂| CONF2[置信度×1.1]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ADJ --&gt;|FULL_LOW+细节| NOTE[备注:精细细节]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ML fill:#fff3e0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SIG fill:#fff3e0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style DEC fill:#e8f5e9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2.2 ML路由系统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ML 路由是图像压缩的核心智能，负责根据"用户问了什么"和"图像里有什么"来选择最优压缩策略。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2.2.1 Technique 枚举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Technique 定义了四种压缩策略：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策略 | 节省率 | 适用场景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TRANSCODE | ~99% | 文本提取（"读一下标牌"）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FULL_LOW | ~87% | 一般理解（"这是什么？"）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CROP | 50-90% | 区域特定（"右上角是什么？"）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PRESERVE | 0% | 精细细节（"数一下有多少个点"）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2.2.2 ONNX Router（生产路径）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OnnxTechniqueRouter 是生产环境的推荐路由器，完全基于 ONNX Runtime，无需 PyTorch/GPU：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查询分类器：MiniLM ONNX INT8（~32 MB，~5ms），从 HuggingFace 自动下载 chopratejas/technique-router-onnx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图像编码器：SigLIP ONNX INT8（~95 MB，~30ms），从 HuggingFace 下载 chopratejas/siglip-image-encoder-onnx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文本嵌入：预计算的文本嵌入向量（~25 KB），用于图像属性评分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class OnnxTechniqueRouter:</a:t>
            </a:r>
            <a:br/>
            <a:r>
              <a:t>    def classify(self, image_data: bytes, query: str) -&gt; RouteDecision:</a:t>
            </a:r>
            <a:br/>
            <a:r>
              <a:t>        # Step 1: Classify query intent</a:t>
            </a:r>
            <a:br/>
            <a:r>
              <a:t>        technique, query_confidence = self.classify_query(query)</a:t>
            </a:r>
            <a:br/>
            <a:r>
              <a:t>        </a:t>
            </a:r>
            <a:br/>
            <a:r>
              <a:t>        # Step 2: Analyze image properties</a:t>
            </a:r>
            <a:br/>
            <a:r>
              <a:t>        image_signals = self.analyze_image(image_data)</a:t>
            </a:r>
            <a:br/>
            <a:r>
              <a:t>        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图像分析通过 SigLIP 计算图像嵌入与预定义文本描述的相似度，输出四个信号：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@dataclass</a:t>
            </a:r>
            <a:br/>
            <a:r>
              <a:t>class ImageSignals:</a:t>
            </a:r>
            <a:br/>
            <a:r>
              <a:t>    has_text: float          # 图像中是否包含文字</a:t>
            </a:r>
            <a:br/>
            <a:r>
              <a:t>    is_document: float       # 是否是文档/表单</a:t>
            </a:r>
            <a:br/>
            <a:r>
              <a:t>    is_complex: float        # 是否是复杂场景</a:t>
            </a:r>
            <a:br/>
            <a:r>
              <a:t>    has_small_details: float # 是否有精细细节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2.2.3 PyTorch Router（开发/测试路径）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TrainedRouter 是基于 PyTorch + Transformers 的路由器，用于开发和测试：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使用 MLModelRegistry 共享模型实例，避免重复加载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支持本地模型路径和 HuggingFace Hub 模型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93.7% 验证集准确率，训练数据 1157 个样本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2.3 Tile优化与OCR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2.3.1 Tile边界优化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TileOptimizer 是纯数学优化，零质量损失。其核心思想是：LLM 提供商按 Tile 计费，图像尺寸略超 Tile 边界就会多算一整块 Tile 的费用。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OpenAI 的计费公式：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tokens = 85 + 170 × ceil(width/512) × ceil(height/512)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一个 770px 的图像 = 4 个 Tile（765 tokens），缩放到 512px = 1 个 Tile（255 tokens），节省 67%。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find_optimal_openai_dimensions(width: int, height: int) -&gt; tuple[int, int]:</a:t>
            </a:r>
            <a:br/>
            <a:r>
              <a:t>    """尝试减少Tile数量，同时保留≥40%的原始像素。"""</a:t>
            </a:r>
            <a:br/>
            <a:r>
              <a:t>    for target_cols in range(1, math.ceil(width / 512) + 1):</a:t>
            </a:r>
            <a:br/>
            <a:r>
              <a:t>        for target_rows in range(1, math.ceil(height / 512) + 1):</a:t>
            </a:r>
            <a:br/>
            <a:r>
              <a:t>            tiles = target_cols * target_rows</a:t>
            </a:r>
            <a:br/>
            <a:r>
              <a:t>            if tiles &gt;= current_tiles:</a:t>
            </a:r>
            <a:br/>
            <a:r>
              <a:t>                continue</a:t>
            </a:r>
            <a:br/>
            <a:r>
              <a:t>            # 只接受保留≥40%像素的方案 ...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Anthropic 的计费公式：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tokens = (width × height) / 750, 最长边≤1568, 总像素≤1.15MP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预缩放到 Anthropic 的上限可节省上传带宽（它们服务器端也会缩放）。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2.3.2 OCR转码（Transcode）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OCR 转码是最高效的压缩策略（~99% 节省），将图像中的文字提取为纯文本。compressor.py 中的 _ocr_extract() 方法实现了对 RapidOCR 两个 API 版本的兼容：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1">
                <a:solidFill>
                  <a:srgbClr val="2E86C1"/>
                </a:solidFill>
                <a:latin typeface="Microsoft YaHei"/>
              </a:defRPr>
            </a:pPr>
            <a:r>
              <a:t>代码 [python]: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900" b="0">
                <a:solidFill>
                  <a:srgbClr val="2C3E50"/>
                </a:solidFill>
                <a:latin typeface="Consolas"/>
              </a:defRPr>
            </a:pPr>
            <a:r>
              <a:t>def _ocr_extract(self, image_data: bytes, min_confidence: float = 0.7) -&gt; str | None:</a:t>
            </a:r>
            <a:br/>
            <a:r>
              <a:t>    ocr_cls, api_version = _resolve_rapidocr()</a:t>
            </a:r>
            <a:br/>
            <a:r>
              <a:t>    # v1: rapidocr-onnxruntime (Python &lt;3.13) → 返回 (list[tuple], elapsed)</a:t>
            </a:r>
            <a:br/>
            <a:r>
              <a:t>    # v3: rapidocr 3.x (Python 3.13+) → 返回 RapidOCROutput dataclass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OCR 转码的执行流程：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解析 RapidOCR API 版本（v1/v3），运行时检测而非基于 Python 版本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执行 OCR 识别，提取文本和置信度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平均置信度 &lt; 0.7 时放弃 OCR，降级为 full_low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成功时替换图像为 [OCR from image]\n{extracted_text} 文本块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提供商特定处理 — python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@dataclass(frozen=True)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class ImageCompressionDecision: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should_compress: bool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passthrough_reason: str | None  # "bypass_header" | "image_optimize_disabled" | "no_messages"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@classmethod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def decide(cls, *, headers, config, messages) -&gt; ImageCompressionDecision: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if bypass: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cls(should_compress=False, passthrough_reason="bypass_header",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elif not image_ok: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cls(should_compress=False, passthrough_reason="image_optimize_disabled",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elif not has_msgs: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cls(should_compress=False, passthrough_reason="no_messages", ...)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else: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2C3E50"/>
                </a:solidFill>
                <a:latin typeface="Consolas"/>
              </a:defRPr>
            </a:pPr>
            <a:r>
              <a:t>            return cls(should_compress=True, passthrough_reason=None, ...)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提供商特定处理 — 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C8A"/>
                </a:solidFill>
                <a:latin typeface="Microsoft YaHei"/>
              </a:defRPr>
            </a:pPr>
            <a:r>
              <a:t>Mermaid 图表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sequenceDiagram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C as ImageCompressor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T as TileOptimizer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R as ONNX Router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O as OCR Engine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participant P as Provider Adapter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C-&gt;&gt;T: optimize_images_in_messages()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T--&gt;&gt;C: 优化后消息 + TileOptResult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C-&gt;&gt;R: classify(image_data, query)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R-&gt;&gt;R: classify_query() → Technique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R-&gt;&gt;R: analyze_image() → ImageSignals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R--&gt;&gt;C: RouteDecision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alt Technique = TRANSCODE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C-&gt;&gt;O: _ocr_extract(image_data)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alt OCR成功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O--&gt;&gt;C: 提取的文本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C-&gt;&gt;P: 替换为文本块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else OCR失败/低置信度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O--&gt;&gt;C: None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C-&gt;&gt;P: 降级为 full_low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Technique = FULL_LOW/CROP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alt provider = openai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C-&gt;&gt;P: 设置 detail="low"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else provider = anthropic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C-&gt;&gt;P: 缩放到 512px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else provider = google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    C-&gt;&gt;P: 缩放到 768px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else Technique = PRESERVE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    C-&gt;&gt;P: 保持原始图像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end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P--&gt;&gt;C: 压缩后消息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C-&gt;&gt;C: _count_result_tokens()</a:t>
            </a:r>
          </a:p>
          <a:p>
            <a:pPr>
              <a:spcBef>
                <a:spcPts val="0"/>
              </a:spcBef>
              <a:spcAft>
                <a:spcPts val="100"/>
              </a:spcAft>
              <a:defRPr sz="1000">
                <a:solidFill>
                  <a:srgbClr val="1A5C8A"/>
                </a:solidFill>
                <a:latin typeface="Consolas"/>
              </a:defRPr>
            </a:pPr>
            <a:r>
              <a:t>    C--&gt;&gt;C: CompressionResult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2.4 提供商特定处理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压缩执行阶段根据目标提供商和选定的 Technique 进行差异化处理。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2.4.1 ImageCompressionDecision 门控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在压缩执行之前，ImageCompressionDecision 作为不可变的值类型，统一了图像压缩的决策逻辑：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决策结果通过 apply_to_tags() 方法写入 RequestOutcome.tags["image_skip_reason"]，供 Dashboard 切片分析。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500" b="1">
                <a:solidFill>
                  <a:srgbClr val="2E86C1"/>
                </a:solidFill>
                <a:latin typeface="Microsoft YaHei"/>
              </a:defRPr>
            </a:pPr>
            <a:r>
              <a:t>2.4.2 提供商适配时序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提供商差异：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1">
                <a:solidFill>
                  <a:srgbClr val="2E86C1"/>
                </a:solidFill>
                <a:latin typeface="Microsoft YaHei"/>
              </a:defRPr>
            </a:pPr>
            <a:r>
              <a:t>表格: 提供商 | FULL_LOW 实现 | 缩放目标 | Token 估算公式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OpenAI | detail="low" | 不缩放 | 85 + 170 × tiles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Anthropic | PIL 缩放 | 512px | (w × h) / 750</a:t>
            </a:r>
          </a:p>
          <a:p>
            <a:pPr algn="l">
              <a:spcBef>
                <a:spcPts val="0"/>
              </a:spcBef>
              <a:spcAft>
                <a:spcPts val="1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  Google | PIL 缩放 | 768px | 按 Tile 计算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Token 计算的关键细节：压缩后的 Token 不是简单估算，而是通过 _count_result_tokens() 检查实际结果——如果图像被 OCR 替换为文本，则按文本长度（~4 字符/Token）计算；如果被缩放，则从新尺寸重新估算。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三、总结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Headroom 的图像压缩系统体现了"分层优化、智能路由、优雅降级"的工程哲学：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分层优化：先无损（Tile 边界对齐），再有损（ML 路由 + 压缩执行），每一层独立贡献 Token 节省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智能路由：ML 模型同时理解查询意图和图像内容，而非简单的规则匹配，93.7% 的路由准确率确保了压缩决策的质量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优雅降级：ONNX → PyTorch → PRESERVE 的三级降级链，OCR 失败 → full_low 的二级降级，确保任何故障都不会阻断请求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  提供商感知：每个提供商的计费公式和 API 格式差异被封装在执行层，路由层无需关心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这套系统的价值在于：它让图像 Token 优化从"一刀切"变为"因图制宜、因问制宜"，在保持回答质量的同时，将视觉 Token 开销降低了 40%–90%。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
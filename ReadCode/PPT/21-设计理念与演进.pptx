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第21篇：设计理念与演进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一、总述：Headroom 设计理念与架构演进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项目经历了一次深刻的认知革命——从"压缩意味着选择丢弃什么"到"直通是神圣的，仅压缩活跃区域"。这一转变不仅修正了核心设计假设，更驱动了一次涉及9个阶段、40个PR、约13周工作量的全面架构重对齐（REALIGNMENT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本文从设计哲学、核心设计模式、REALIGNMENT 分析、架构演进方向和规范文档五个维度，深入剖析 Headroom 的设计理念及其演进轨迹。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二、分述：设计哲学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透传优先（Passthrough is Sacred）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最根本的设计原则是：未被修改的字节必须逐字节透传。这不是性能优化，而是正确性要求。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 LLM 代理场景中，上游提供商（Anthropic、OpenAI）使用前缀缓存来降低成本和延迟。任何微小的字节变化——哪怕是一个空格、一个 \uXXXX 转义、一个浮点数精度差异——都会导致缓存失效，使客户的缓存命中率趋近于零。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这一原则体现在 REALIGNMENT 的不变量 I1 中：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&gt; 不变量 I1 — 字节忠实透传：对于每个请求，发送到上游的字节与从客户端接收的字节在 SHA-256 级别相等，仅允许被变换显式修改的字节范围除外。不允许通过 Value 类型重新序列化，不允许 JSON 美化空格插入，不允许 \uXXXX ASCII 转义。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活跃区域压缩（Live-Zone-Only Compression）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正确的压缩心智模型是：缓存热区永不触碰，仅压缩活跃区域。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缓存热区包括：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system 提示词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tools 定义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所有历史对话轮次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thinking 块（含 signature）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redacted_thinking 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compaction 条目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活跃区域仅包括：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最新的用户消息内容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最新的 tool_result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最新的 function_call_output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最新的 local_shell_call_output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可逆性（Reversibility）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CCR（Compress-Cache-Retrieve）架构确保压缩是可逆的：原始内容被缓存，LLM 可以通过 ccr_retrieve 工具按需检索。这意味着压缩不会造成永久性信息丢失。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确定性（Determinism）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对于相同的 (input bytes, frozen_count, auth_mode)，压缩器必须产生逐字节相等的输出。不允许时间戳、随机种子或时间依赖的决策。TOIN 被重构为纯观测模式，推荐在部署间隔发布，不在请求时修改。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2.5 认证模式感知（Auth-Mode Awareness）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不同的认证模式需要不同的压缩策略：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压缩策略 | 原因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PAYG | 激进（全活跃区域+CCR+工具注入） | 用户直接付费，最大化节省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OAuth | 仅无损（活跃区域无损+无自动缓存标记） | 可能超出 OAuth scope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Subscription | 隐身优先（同OAuth+保留accept-encoding） | 避免指纹泄露导致订阅撤销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三、分述：核心设计模式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3.1 CCR：压缩-缓存-检索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mindmap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root((CCR))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SmartCrusher 统计分析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LogCompressor 日志压缩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DiffCompressor 差异压缩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SearchCompressor 搜索压缩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CodeCompressor 代码压缩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缓存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InMemoryCcrStore 测试用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SqliteCcrStore 默认后端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RedisCcrStore 多Worker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BLAKE3 内容寻址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TTL 自动过期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检索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ccr_retrieve 工具注入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始终注册（非按需切换）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侧信道标记 &lt;&lt;ccr:HASH&gt;&gt;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响应处理器自动执行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3.1 CCR：压缩-缓存-检索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是 Headroom 的核心架构模式，解决了"压缩可能丢失重要信息"的根本矛盾。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的关键设计决策：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ccr_retrieve 始终注册：一旦会话执行过 CCR 压缩，工具在后续每个请求中都存在，避免工具列表翻转导致缓存失效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侧信道标记：&gt; 标记作为压缩内容的兄弟文本块注入，而非在原始块上添加字段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持久化后端：从内存存储升级到 SQLite（默认）/ Redis（多 Worker），代理重启后仍可检索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3.2 TOIN：遥测智能网络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TOIN（Tool Output Intelligence Network）是一个观测-学习系统，记录压缩模式并生成推荐。关键约束是纯观测模式：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重对齐前（错误）：TOIN 在请求时修改压缩决策</a:t>
            </a:r>
            <a:br/>
            <a:r>
              <a:t>def get_recommendation(self, tool_name):</a:t>
            </a:r>
            <a:br/>
            <a:r>
              <a:t>    return CompressionHint(max_items=15, aggressiveness=0.7)</a:t>
            </a:r>
            <a:br/>
            <a:br/>
            <a:r>
              <a:t># 重对齐后（正确）：TOIN 仅观测，推荐在部署间隔发布</a:t>
            </a:r>
            <a:br/>
            <a:r>
              <a:t>class Telemetry:</a:t>
            </a:r>
            <a:br/>
            <a:r>
              <a:t>    def record_compression(self, auth_mode, model, structure_hash, outcome):</a:t>
            </a:r>
            <a:br/>
            <a:r>
              <a:t>        """Record only — no request-time hint API. Period."""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3.3 SmartCrusher：统计压缩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SmartCrusher 是 Headroom 的旗舰压缩器，基于统计分析而非规则匹配：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字段分析：计算每个字段的 unique_ratio、variance、change_points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模式检测：识别 TIME_SERIES、LOGS、SEARCH_RESULTS、GENERIC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自适应 K：使用 Kneedle 算法在信息覆盖曲线上找到拐点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安全保证：错误项、数值异常、字符串长度异常、变化点始终保留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3.4 ContentRouter：内容路由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ContentRouter 是架构上正确的组件（~2150 LOC Python），负责：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检测内容类型（JSON/日志/Diff/HTML/代码/纯文本）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将内容分派到类型感知的压缩器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管理压缩管线的执行顺序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3.5 Live-Zone 调度器 — 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pub fn compress_live_zone(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body_raw: &amp;serde_json::value::RawValue,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frozen_message_count: usize,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auth_mode: AuthMode,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 -&gt; Result&lt;LiveZoneOutcome&gt;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// 1. 仅解析 messages 字段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// 2. 从尾部识别活跃区域块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// 3. 逐块内容类型检测 + 分派压缩器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// 4. Token 验证 + 回退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// 5. CCR: hash-key, store, marker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// 6. 原地替换块字节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3.5 Live-Zone 调度器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Live-Zone 调度器是 REALIGNMENT Phase B 引入的新架构核心，替代了被删除的 ICM：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四、分述：REALIGNMENT 分析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4.1 问题根源：错误的心智模型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00-overview.md 揭示了 Headroom 的根本问题：项目建立在错误的心智模型之上——"压缩意味着选择从对话历史中丢弃什么"。这导致了 IntelligentContextManager（ICM）+ DropByScoreStrategy + MessageScorer + 相关性评分 + 滚动窗口 + 渐进式摘要器的整个架构过度构建。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01-bug-list.md 列出了72个 Bug，按优先级分布：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优先级 | 数量 | 影响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P0（缓存杀手） | 7 | 所有客户受影响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P1（线格式） | 10 | 流式传输损坏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P2（过度构建） | 10 | ~10K LOC 待删除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P3（缺失基础设施） | 9 | 缓存稳定化缺失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P4（长尾+Bedrock） | 12 | Bedrock/Vertex 伪造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4.2 Phase A：缓存安全锁定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A1: PR-A1 ICM透传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A1 --&gt; A4: PR-A4 cache_control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A2 --&gt; A6: PR-A6 beta稳定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A6 --&gt; A7: PR-A7 内存工具粘性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 "并行PR" as parallel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A2: PR-A2 系统提示不可变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A3: PR-A3 字节忠实转发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A5: PR-A5 头部剥离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A8: PR-A8 Python热修复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A4 --&gt; B2: Phase B依赖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A7 --&gt; B6: Phase B依赖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right of A1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最重要的PR：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停止ICM从缓存热区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丢弃消息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 note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4.2 Phase A：缓存安全锁定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03-phase-A-lockdown.md 定义了8个PR，目标是在一周内停止缓存出血：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 PR 的影响：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PR-A1：使 /v1/messages 成为纯透传，消除 P0-3/P0-4/P0-5/P1-13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PR-A3：切换到 content=raw_bytes，消除 P0-2（影响最大的单PR）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PR-A4：启用 arbitrary_precision + raw_value，使用 RawValue 保留未修改消息的原始字节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4.3 Phase B：活跃区域引擎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04-phase-B-live-zone.md 是架构重对齐的核心——删除 ~10K LOC 过度构建，构建正确的替代：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删除清单：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headroom/transforms/intelligent_context.py（1077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headroom/transforms/rolling_window.py（395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headroom/transforms/progressive_summarizer.py（508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headroom/transforms/scoring.py（459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headroom/transforms/tool_crusher.py（338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crates/headroom-core/src/scoring/*.rs（~1500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crates/headroom-core/src/relevance/*.rs（~1600 LOC）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crates/headroom-core/src/context/*.rs（~1500 LOC，除 safety.rs）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构建清单：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crates/headroom-core/src/transforms/live_zone.rs：活跃区域块调度器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Token 验证门控 + 按内容类型的字节阈值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TOIN 纯观测重构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内存子系统重构（活跃区域尾部注入）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CCR 持久化后端 + 始终注册工具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4.4 Phase C：Rust 代理路径 — 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pub struct AnthropicStreamState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message_id: Option&lt;String&gt;,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blocks: HashMap&lt;usize, BlockState&gt;,  // 按 index 键控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stop_reason: Option&lt;String&gt;,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usage: UsageBuilder,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status: StreamStatus,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pub struct BlockState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block_type: String,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text_buffer: String,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partial_json: String,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signature: Option&lt;String&gt;,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citations: Vec&lt;Citation&gt;,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pub complete: bool,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4.4 Phase C：Rust 代理路径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05-phase-C-rust-proxy.md 将所有代理表面移植到 Rust，包括字节级 SSE 解析器和完整的流式状态机：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4.5 Phase D：Bedrock/Vertex 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06-phase-D-bedrock-vertex.md 删除了伪造的 LiteLLM 转换器，构建原生路由：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Bedrock：/model/{model}/invoke + SigV4 签名 + 二进制 EventStream 解析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Vertex：/v1beta1/projects/.../rawPredict + ADC 认证 + SSE 流式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关键收益：thinking、redacted_thinking、document、search_result、image、server_tool_use、mcp_tool_use 块在 Bedrock/Vertex 路径上得到完整保留。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4.6 Phase H：Python 退役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10-phase-H-python-retirement.md 是重对齐的终点——删除 ~20K LOC Python 代理代码，仅保留 Python 在其擅长的领域：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保留模块 | 原因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headroom/cli/wrap/*.py | 离路径；文件系统+子进程编排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headroom/evals/ | 离路径；研究/批处理工具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headroom/telemetry/toin.py | 离路径；纯观测模式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headroom/subscription/ | 离路径；订阅使用轮询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五、分述：架构演进方向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5.1 Rust-only 代理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02-architecture.md 描述了 Phase H 后的目标架构——纯 Rust 代理，包含10个不变量：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不变量 | 核心要求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I1 | 字节忠实透传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I2 | 缓存热区永不修改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I3 | 仅追加（Append-only）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I4 | 确定性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I5 | Token 感知（非字节感知）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10 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5.2 原生云路由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Phase D 的 Bedrock/Vertex 原生路由为 Marketplace BYOC（Bring Your Own Cloud）场景奠定了基础。每个云提供商的原生路由避免了 LiteLLM 的有损转换，恢复了缓存保真度。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5.3 观测性增强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Phase G 引入了完整的可观测性栈：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Prometheus 指标：缓存命中率、压缩比直方图、Token 验证拒绝计数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RTK（Return Token Kit）：每次调用的 Prometheus 指标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请求 ID 捕获：上游 request-id 记录到日志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5.4 认证模式策略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Phase F 引入了 classify_auth_mode(headers) 辅助函数，返回 payg | oauth | subscription，驱动差异化的压缩策略。这解决了指纹泄露风险（P5-49 到 P5-56）。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六、分述：规范文档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6.1 活规范：SPEC.md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SPEC.md 是 Headroom 的规范权威来源，包含21个章节，覆盖从愿景到测试的完整规范：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规则 | 描述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Canonical | 当代码与规范分歧时，规范是目标；代码需要更新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Living | 行为变更需要规范更新（PR 检查清单）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Comprehensive | 覆盖每个用户可见的表面、行为和保证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Language-agnostic | 规范支持用任何语言完整重写并保持一致性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Versioned | 变更递增版本；破坏性变更需要主版本升级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核心保证：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默认永不记录提示——除非配置了导出器，否则提示数据不离开代理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默认永不离开代理——所有数据默认保留在本地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可组合——与现有工具（Claude Code、Copilot 等）协同工作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透明——对压缩内容和原因的完整可观测性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6.2 架构规范：002-architecture.md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002-architecture.md 定义了系统组件规范，包括代理服务器、SDK、Wrap CLI、CCR MCP 服务器、压缩层和学习系统。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值得注意的是，该文档描述的是当前架构（包含 ICM、RollingWindow 等），而 REALIGNMENT 描述的是目标架构。两者之间的差异正是 REALIGNMENT 要消除的。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6.3 领域模型：004-domain-model.md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004-domain-model.md 定义了核心实体：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Session：对话上下文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Message：单条消息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Request：API 请求记录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Savings：Token 节省记录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CacheEntry：缓存条目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ToolDefinition：工具定义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CCRContext：CCR 上下文跟踪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SubscriptionState：订阅状态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6.4 架构说明：ARCHITECTURE.md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ARCHITECTURE.md 是面向用户的完整架构说明，详细描述了 Headroom 的工作原理、组件交互和数据流。它包含了 CCR 的6个阶段（压缩存储→检索API→工具注入→反馈循环→响应处理→上下文跟踪）和 SmartCrusher 的深入分析。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6.5 限制说明：LIMITATIONS.md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LIMITATIONS.md 诚实地记录了 Headroom 的局限性和已知行为：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内容类型 | 压缩率 | 延迟影响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JSON 字典数组 | 86-100% | 净延迟收益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JSON 字符串数组 | 60-90% | 净延迟收益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结构化日志 | 82-95% | 净延迟收益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代理对话 | 56-81% | 持平到净收益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纯文本 | 43-46% | 增加延迟（仅成本节省）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关键限制：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代码压缩：AST 感知但被安全保护门控，大多数场景下透传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ML 压缩：Kompress 可选但增加延迟，仅用于成本节省而非速度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TOIN 冷启动：新工具类型无学习模式，回退到统计启发式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七、总述：设计演进全景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的设计演进体现了一个核心教训：在缓存敏感的代理系统中，正确性比功能更重要。ICM 的"智能"上下文管理实际上是最昂贵的设计错误——它通过丢弃历史消息来"节省"Token，却摧毁了上游提供商的前缀缓存，导致客户实际成本增加而非减少。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核心洞察：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心智模型决定架构：从"压缩=丢弃"到"透传+活跃区域"的转变，不是增量优化而是根本重构。错误的心智模型导致了 ~10K LOC 的过度构建，正确的模型只需要 ~800 LOC 的 Live-Zone 调度器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缓存是第一公民：在 LLM 代理系统中，前缀缓存命中率直接决定成本。任何破坏缓存的设计，无论看起来多"智能"，都是净负面的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可逆性是安全网：CCR 确保压缩不会造成永久性信息丢失，这是 Headroom 区别于简单截断的核心价值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确定性是信任基础：TOIN 的纯观测重构确保了压缩行为的可重现性，这是企业级采用的必要条件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规范先于代码：SPEC.md 的"Canonical"规则——当代码与规范分歧时，规范是目标——确保了设计意图不会被实现细节侵蚀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
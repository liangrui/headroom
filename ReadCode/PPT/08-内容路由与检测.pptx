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第08篇：内容路由与检测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Headroom 项目代码深度分析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总——概述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内容路由与检测是 Headroom 压缩子系统的"大脑"——它决定了每一段内容应该交给哪个压缩器处理，以及是否应该被保护而跳过压缩。这个决策过程涉及三个核心问题：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这是什么内容？（内容类型检测）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应该用哪个压缩器？（路由策略）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是否需要保护某些部分？（标签保护与掩码）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的内容路由系统经历了从纯 Python 正则检测到 Rust ML 检测链的演进。当前架构采用三层检测链（Magika → unidiff → PlainText），配合 Python 侧的混合内容分割和策略映射，实现了高精度、低延迟的内容分类。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分——各模块详解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一、ContentRouter：智能内容路由器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class CompressionStrategy(Enum):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CODE_AWARE = "code_aware"       # AST代码压缩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SMART_CRUSHER = "smart_crusher" # JSON数组压缩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SEARCH = "search"               # 搜索结果压缩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LOG = "log"                     # 日志压缩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KOMPRESS = "kompress"           # ML语义压缩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TEXT = "text"                   # 纯文本(→Kompress)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DIFF = "diff"                   # Git Diff压缩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HTML = "html"                   # HTML内容提取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MIXED = "mixed"                 # 混合内容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PASSTHROUGH = "passthrough"     # 直通不压缩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一、ContentRouter：智能内容路由器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class CompressionCache: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get(self, key: int) -&gt; tuple[str, float, str] | None: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"""Tier 2: 获取缓存压缩结果"""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is_skipped(self, key: int) -&gt; bool: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"""Tier 1: 检查是否已知不可压缩"""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put(self, key: int, compressed: str, ratio: float, strategy: str):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"""存储压缩结果"""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mark_skip(self, key: int):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"""标记为不可压缩"""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move_to_skip(self, key: int):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"""从结果缓存移至跳过集合(阈值收紧时)"""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一、ContentRouter：智能内容路由器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content_router.py 是 Headroom 压缩子系统的入口点。它实现了 Transform 接口，负责分析消息内容、选择最优压缩策略、执行压缩并返回结果。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核心数据结构：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路由决策流程：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混合内容检测：通过 is_mixed_content() 检查内容是否包含多种类型（代码围栏、JSON 块、散文、搜索结果）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内容类型检测：调用 _detect_content() 执行 Rust 三层检测链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策略映射：将 ContentType 映射到 CompressionStrategy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策略执行：调用对应压缩器，失败时沿回退链降级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两级压缩缓存：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CompressionCache 实现了高效的两级 TTL 缓存：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Tier 1（跳过集合）：已知不可压缩内容的哈希集合，查询约 100ns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Tier 2（结果缓存）：已压缩内容的缓存结果，避免重复压缩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TTL 过期：默认 30 分钟，自然限制内存增长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自适应压力调节：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ContentRouter 根据上下文压力动态调整压缩阈值：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# 低压力(&lt;30%): min_ratio = 0.85 (宽松，拒绝边际压缩)</a:t>
            </a:r>
            <a:br/>
            <a:r>
              <a:t># 高压力(&gt;80%): min_ratio = 0.65 (激进，接受任何有效压缩)</a:t>
            </a:r>
            <a:br/>
            <a:r>
              <a:t>min_ratio = min_ratio_relaxed + (min_ratio_aggressive - min_ratio_relaxed) * context_pressure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三阶段并行压缩：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apply() 方法实现了三阶段处理流程：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Pass 1（顺序）：分类每条消息——冻结、保护、缓存命中、小内容等立即解决，缓存未命中收集为待处理任务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Pass 2（并行）：所有缓存未命中的压缩任务在线程池中并发执行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Pass 3（顺序）：将结果按消息顺序缝合回原位，更新缓存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内容保护机制：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ContentRouter 实现了多层内容保护：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保护类型 | 条件 | 说明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用户消息 | skip_user_messages=True | 用户消息包含分析目标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系统/开发者消息 | skip_system=True | 缓存热指令字节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冻结消息 | frozen_message_count | 在 Provider 前缀缓存中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最近代码 | protect_recent_code=4 | 最近4条消息中的代码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分析意图 | protect_analysis_context=True | 检测到分析/审查意图时保护代码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7 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二、ContentDetector：内容类型检测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def _detect_content(content: str) -&gt; DetectionResult: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"""Rust检测链: magika → unidiff → PlainText"""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from headroom._core import detect_content_type as _rust_detect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rust_result = _rust_detect(content)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content_type = ContentType(rust_result.content_type)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# 当Rust返回PLAIN_TEXT时，回退到Python正则检测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if content_type is ContentType.PLAIN_TEXT: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regex_result = _regex_detect_content_type(content)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if regex_result.content_type is not ContentType.PLAIN_TEXT: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return regex_result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return DetectionResult(content_type=content_type, ...)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二、ContentDetector：内容类型检测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sequenceDiagram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CR as ContentRouter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Rust as Rust检测链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Magika as Magika ML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Unidiff as Unidiff解析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PyReg as Python正则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CR-&gt;&gt;Rust: detect_content_type(content)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Rust-&gt;&gt;Magika: Tier1: ML内容分类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Magika--&gt;&gt;Rust: 内容类型+置信度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alt Magika返回diff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Rust-&gt;&gt;Unidiff: Tier2: 验证diff格式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Unidiff--&gt;&gt;Rust: 确认/否认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Rust--&gt;&gt;CR: DetectionResult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alt Rust返回PLAIN_TEXT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CR-&gt;&gt;PyReg: 回退到正则检测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PyReg--&gt;&gt;CR: 更精确的类型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CR-&gt;&gt;CR: 策略映射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二、ContentDetector：内容类型检测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content_detector.py 实现了 Python 侧的基于正则的内容类型检测。它定义了六种内容类型和优先级检测链：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class ContentType(Enum):</a:t>
            </a:r>
            <a:br/>
            <a:r>
              <a:t>    JSON_ARRAY = "json_array"       # JSON数组</a:t>
            </a:r>
            <a:br/>
            <a:r>
              <a:t>    SOURCE_CODE = "source_code"     # 源代码</a:t>
            </a:r>
            <a:br/>
            <a:r>
              <a:t>    SEARCH_RESULTS = "search"       # 搜索结果</a:t>
            </a:r>
            <a:br/>
            <a:r>
              <a:t>    BUILD_OUTPUT = "build"          # 构建日志</a:t>
            </a:r>
            <a:br/>
            <a:r>
              <a:t>    GIT_DIFF = "diff"               # Git Diff</a:t>
            </a:r>
            <a:br/>
            <a:r>
              <a:t>    HTML = "html"                   # HTML页面</a:t>
            </a:r>
            <a:br/>
            <a:r>
              <a:t>    PLAIN_TEXT = "text"             # 纯文本(回退)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检测优先级链：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JSON 检测（最高优先级）→ 尝试 json.loads，区分数组/对象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Diff 检测 → 扫描前500行，匹配 diff --git、--- a/、@@ 等模式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HTML 检测 → 检查 DOCTYPE、、、 等标签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搜索结果检测 → 匹配 file:line:content 格式，需≥30%行匹配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日志检测 → 匹配 ERROR/WARN/INFO 等模式，需≥10%行匹配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代码检测 → 按语言模式匹配（Python/JS/TS/Go/Rust/Java），需≥3次匹配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纯文本回退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Rust 检测链集成：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在 content_router.py 中，_detect_content() 函数优先使用 Rust 检测链：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三、MagikaDetector：ML 内容检测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detector.py 实现了基于 Google Magika 的 ML 内容检测。Magika 是一个深度学习模型，支持 100+ 内容类型，准确率 99%+，本地运行延迟约 5ms。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标签映射体系：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_CODE_LABELS = frozenset({"python", "javascript", "typescript", "go", "rust", ...})</a:t>
            </a:r>
            <a:br/>
            <a:r>
              <a:t>_STRUCTURED_LABELS = frozenset({"json", "jsonl", "yaml", "toml", "xml", "html", ...})</a:t>
            </a:r>
            <a:br/>
            <a:r>
              <a:t>_LOG_LABELS = frozenset({"log", "syslog"})</a:t>
            </a:r>
            <a:br/>
            <a:r>
              <a:t>_MARKDOWN_LABELS = frozenset({"markdown", "rst", "asciidoc", "org"})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检测器选择：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def get_detector(prefer_magika: bool = True) -&gt; MagikaDetector | FallbackDetector:</a:t>
            </a:r>
            <a:br/>
            <a:r>
              <a:t>    if prefer_magika and MagikaDetector.is_available():</a:t>
            </a:r>
            <a:br/>
            <a:r>
              <a:t>        return MagikaDetector()</a:t>
            </a:r>
            <a:br/>
            <a:r>
              <a:t>    return FallbackDetector()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当 Magika 不可用时，FallbackDetector 提供基于简单启发式的降级检测（JSON 尝试解析、代码关键词匹配、日志关键词匹配）。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四、Masks 系统：结构掩码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masks.py 定义了结构感知压缩的核心抽象——StructureMask。它将内容分为"结构性"（必须保留）和"可压缩"（可以压缩）两类 token，实现了结构检测与内容压缩的关注点分离。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核心数据结构：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@dataclass</a:t>
            </a:r>
            <a:br/>
            <a:r>
              <a:t>class StructureMask:</a:t>
            </a:r>
            <a:br/>
            <a:r>
              <a:t>    tokens: Sequence[str | int]    # token序列</a:t>
            </a:r>
            <a:br/>
            <a:r>
              <a:t>    mask: list[bool]               # True=保留, False=可压缩</a:t>
            </a:r>
            <a:br/>
            <a:r>
              <a:t>    metadata: dict                 # 处理器特定元数据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掩码运算：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union(other)：并集——任一掩码标记保留则保留（保守策略）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intersection(other)：交集——两个掩码都标记保留才保留（激进策略）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熵值评分：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EntropyScore 通过 Shannon 熵识别高信息密度 token（UUID、哈希等），这些 token 不可重建且语义重要，应标记为保留：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@dataclass</a:t>
            </a:r>
            <a:br/>
            <a:r>
              <a:t>class EntropyScore:</a:t>
            </a:r>
            <a:br/>
            <a:r>
              <a:t>    value: float           # 归一化熵值 0.0-1.0</a:t>
            </a:r>
            <a:br/>
            <a:r>
              <a:t>    should_preserve: bool  # 熵值≥阈值时为True</a:t>
            </a:r>
            <a:br/>
            <a:br/>
            <a:r>
              <a:t>    @classmethod</a:t>
            </a:r>
            <a:br/>
            <a:r>
              <a:t>    def compute(cls, text: str, threshold: float = 0.85) -&gt; EntropyScore:</a:t>
            </a:r>
            <a:br/>
            <a:r>
              <a:t>        # 计算Shannon熵并归一化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掩码应用：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apply_mask_to_text() 函数将掩码转换为连续 span，对结构性 span 原样保留，对可压缩 span 调用压缩函数：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def apply_mask_to_text(text, mask, compress_fn, tokenizer_decode=None) -&gt; str:</a:t>
            </a:r>
            <a:br/>
            <a:r>
              <a:t>    spans = mask_to_spans(mask)</a:t>
            </a:r>
            <a:br/>
            <a:r>
              <a:t>    for span in spans:</a:t>
            </a:r>
            <a:br/>
            <a:r>
              <a:t>        if span.is_structural:</a:t>
            </a:r>
            <a:br/>
            <a:r>
              <a:t>            result_parts.append(span_text)       # 原样保留</a:t>
            </a:r>
            <a:br/>
            <a:r>
              <a:t>        else:</a:t>
            </a:r>
            <a:br/>
            <a:r>
              <a:t>            result_parts.append(compress_fn(span_text))  # 压缩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五、UniversalCompressor：通用压缩器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universal.py 实现了"检测→结构提取→掩码压缩→CCR存储"的完整压缩管线：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使用 Magika 检测内容类型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通过 StructureHandler 提取结构掩码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可选叠加熵值掩码（union 策略）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对非结构区域应用 Kompress 压缩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将原始内容存入 CCR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六、TagProtector：标签保护器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flowchart LR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A[原始文本&lt;br/&gt;含&amp;lt;thinking&amp;gt;标签] --&gt; B[Rust单次遍历]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B --&gt; C[占位符替换&lt;br/&gt;{{HEADROOM_TAG_0}}]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 --&gt; D[Kompress压缩]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D --&gt; E[压缩后文本&lt;br/&gt;占位符仍存在]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 --&gt; F[restore_tags恢复]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F --&gt; G[最终文本&lt;br/&gt;标签已恢复]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style B fill:#f9f,stroke:#333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style F fill:#f9f,stroke:#333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六、TagProtector：标签保护器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tag_protector.py 已在 Phase 3e.4 迁移至 Rust 实现。它保护自定义/工作流 XML 标签（如 、）不被 ML 压缩器误删。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工作原理：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扫描：单次遍历输入文本，识别所有非 HTML5 的 XML 标签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替换：将标签块替换为 {{HEADROOM_TAG_N}} 占位符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压缩：ML 压缩器处理不含标签的干净文本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恢复：将占位符替换回原始标签块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Rust 移植修复的5个 Bug：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O(n²) 嵌套标签：Python 版迭代正则替换至稳定，Rust 版单次线性遍历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首次出现替换 Bug：str.replace(orig, ph, 1) 替换首个文本匹配而非匹配偏移，导致相同标签块合并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50次迭代静默截断：Python 版硬编码 max_iterations=50，深层嵌套输入被静默截断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自闭合标签重复替换：Python 版对自闭合标签运行第二次循环，存在同样的首次出现替换 Bug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占位符碰撞：输入含 {{HEADROOM_TAG_…}} 字面量时，Python 版静默忽略，Rust 版检测并加盐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两种保护模式：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compress_tagged_content=False（默认）：保护整个 content 块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compress_tagged_content=True：仅保护标签标记，标签间内容可被压缩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总——总结与映射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的内容路由与检测系统形成了一个完整的"检测→路由→保护→压缩"管线。各模块的职责清晰划分：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模块 | 职责 | 关键特性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ContentRouter | 路由决策与消息遍历 | 两级缓存、自适应阈值、并行压缩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ContentDetector | Python 正则内容分类 | 六种类型、优先级链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MagikaDetector | ML 内容分类 | 100+ 类型、99%+ 准确率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Masks | 结构掩码抽象 | union/intersection、熵值评分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TagProtector | XML 标签保护 | 单次遍历、占位符替换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总结：内容路由与检测系统的核心价值在于"精准分类、智能路由、安全保护"。Rust 检测链提供了高精度的第一层分类，Python 正则作为补充处理边缘情况；两级缓存和自适应阈值确保了系统在不同负载下的最优表现；TagProtector 和多层保护机制则保证了压缩过程不会破坏关键内容。这种分层架构使得每个模块都可以独立演进和优化，同时通过清晰的接口契约保持整体一致性。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
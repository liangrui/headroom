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第14篇：学习系统 — 离线失败学习与智能推荐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Learn 是一个离线失败学习系统，通过分析编码代理（Claude Code、Codex、Gemini CLI 等）的历史对话，发现失败模式、关联成功修正，并将可操作的规则写入代理原生的上下文文件（CLAUDE.md、AGENTS.md、GEMINI.md），从而在后续会话中预防相同的 Token 浪费。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系统的核心创新是成功关联（Success Correlation）：不仅记录"什么失败了"，更追踪"什么修正了失败"，从而产生具体的、可操作的纠正建议，而非泛泛的忠告。在 67,583 次工具调用的测试语料上，平均每个项目提取 164 条修正建议。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系统采用插件架构，每个编码代理是一个自包含的 LearnPlugin，捆绑了扫描、检测和写入功能。内置插件通过 headroom.learn.plugins.* 自动发现，外部插件通过 headroom.learn_plugin 入口点注册。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Learn架构与类图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LearnPlugin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+name: str*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+display_name: str*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+description: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+detect() bool*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+discover_projects() list~ProjectInfo~*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+scan_project(ProjectInfo, max_workers) list~SessionData~*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+create_writer() ContextWriter*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ConversationScanner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+discover_projects() list~ProjectInfo~*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+scan_project(ProjectInfo, max_workers) list~SessionData~*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ClaudeCodePlugin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"claude"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 = "Claude Code"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+detect()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+discover_projects() list~ProjectInfo~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+scan_project() list~SessionData~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+create_writer() ClaudeCodeWriter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CodexPlugin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"codex"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 = "Codex"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GeminiPlugin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"gemini"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 = "Gemini CLI"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ContextWriter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+write(recommendations, project, dry_run) WriteResult*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81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Learn架构与类图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Learn 的架构围绕 LearnPlugin 抽象基类构建，它将身份、检测、扫描和写入捆绑为一个内聚单元：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核心组件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ToolCall: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name: str               # "Bash", "Read", "Grep" 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tool_call_id: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input_data: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output: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is_error: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error_category: ErrorCategory = ErrorCategory.UNKNOWN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@property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input_summary(self)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"""Short summary of tool input for display."""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核心组件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SessionAnalyzer: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analyze(self, project: ProjectInfo, sessions: list[SessionData]) -&gt; AnalysisResult: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all_calls = [tc for s in sessions for tc in s.tool_calls]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failed_calls = [tc for tc in all_calls if tc.is_error]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Build compact digest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digest = _build_digest(project, sessions)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Call LLM for analysis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raw = _call_llm(digest,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result.recommendations = _parse_llm_response(raw)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核心组件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CLI as headroom learn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REG as PluginRegistry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PLG as LearnPlugin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ANA as SessionAnalyzer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LLM as LLM 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WRT as ContextWriter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FS as 文件系统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CLI-&gt;&gt;REG: auto_detect_plugins()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REG--&gt;&gt;CLI: [ClaudeCodePlugin]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CLI-&gt;&gt;PLG: discover_projects()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PLG-&gt;&gt;FS: 扫描 ~/.claude/projects/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FS--&gt;&gt;PLG: 项目列表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PLG--&gt;&gt;CLI: [ProjectInfo]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CLI-&gt;&gt;PLG: scan_project(project)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PLG-&gt;&gt;FS: 读取 JSONL 会话文件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FS--&gt;&gt;PLG: 原始会话数据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PLG--&gt;&gt;CLI: [SessionData]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CLI-&gt;&gt;ANA: analyze(project, sessions)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ANA-&gt;&gt;ANA: _build_digest()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ANA-&gt;&gt;ANA: 注入先验模式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ANA-&gt;&gt;LLM: completion(digest)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LLM--&gt;&gt;ANA: JSON推荐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ANA-&gt;&gt;ANA: _parse_llm_response()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ANA--&gt;&gt;CLI: AnalysisResult + Recommendations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CLI-&gt;&gt;PLG: create_writer()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PLG--&gt;&gt;CLI: ClaudeCodeWriter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CLI-&gt;&gt;WRT: write(recommendations, project, dry_run)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WRT-&gt;&gt;FS: 读取现有CLAUDE.md/MEMORY.md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WRT-&gt;&gt;WRT: _merge_recommendations()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WRT-&gt;&gt;WRT: _merge_into_file()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dry_run=False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WRT-&gt;&gt;FS: 写入更新后的文件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41 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核心组件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数据模型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models.py 定义了工具无关的标准化数据模型，将任何代理系统的工具调用归一化为统一格式：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ToolCall：单次工具调用及其结果，包含名称、输入、输出、错误状态和分类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SessionEvent：会话中的任何事件（工具调用、用户消息、中断、子代理摘要），提供比 ToolCall 更丰富的上下文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SessionData：单个对话会话的归一化数据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ProjectInfo：项目信息，包含路径、数据路径和上下文/记忆文件路径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Recommendation：具体的推荐项，包含目标文件、章节、内容、置信度和预估节省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ErrorCategory 枚举覆盖了 15 种错误分类，从 FILE_NOT_FOUND 到 BUILD_FAILURE，为后续分析提供了结构化的错误语义。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SessionAnalyzer — LLM 驱动的分析引擎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SessionAnalyzer 是系统的核心智能，用 LLM 替代了所有正则表达式和启发式分析：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LLM 后端选择的优先级链：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--model 命令行参数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API Key 环境变量（ANTHROPIC_API_KEY → claude-sonnet-4-6，OPENAI_API_KEY → gpt-4o，GEMINI_API_KEY → gemini-2.0-flash）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HEADROOM_LEARN_CLI 环境变量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自动检测已安装的 CLI 工具（claude &gt; gemini &gt; codex）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Digest 构建的关键设计：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Token 预算控制：_MAX_DIGEST_TOKENS = 80,000，超出时截断后续会话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先验模式注入：将 CLAUDE.md/MEMORY.md 中已有的 Headroom 标记块注入 Digest，让 LLM 基于现有基线进行增量更新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事件格式化：错误调用包含截断的输出预览，成功调用仅显示大小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具体插件与共享组件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_discover() -&gt; dict[str, LearnPlugin]: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plugins: dict[str, LearnPlugin] =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1. 内置插件: 扫描 headroom.learn.plugins.* 子模块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_, mod_name, _ in pkgutil.iter_modules(plugins_pkg.__path__):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 = importlib.import_module(f"headroom.learn.plugins.{mod_name}")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hasattr(mod, "plugin"):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 = mod.plugin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isinstance(p, LearnPlugin):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plugins[p.name] = 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2. 外部插件: entry_points(group="headroom.learn_plugin")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ep in entry_points(group="headroom.learn_plugin"):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obj = ep.load()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支持实例和工厂可调用对象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isinstance(obj, LearnPlugin):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 = obj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elif callable(obj):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p = obj()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plugins[p.name] = p  # 外部覆盖内置（名称冲突时）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plugins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具体插件与共享组件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2.3.1 插件注册表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PluginRegistry 实现了双层自动发现机制：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添加新代理支持的步骤：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创建 headroom/learn/plugins/myagent.py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实现 LearnPlugin + ConversationScanner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添加 plugin = MyAgentPlugin() 到模块作用域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完成 — headroom learn --agent myagent 自动可用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2.3.2 共享工具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_shared.py 提供了跨插件的共享工具：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错误分类：classify_error() 使用 15 个正则模式按优先级匹配，返回 ErrorCategory 枚举值：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_ERROR_PATTERNS: list[tuple[re.Pattern[str], ErrorCategory]] = [</a:t>
            </a:r>
            <a:br/>
            <a:r>
              <a:t>    (re.compile(r"No such file or directory|ENOENT|FileNotFoundError"), ErrorCategory.FILE_NOT_FOUND),</a:t>
            </a:r>
            <a:br/>
            <a:r>
              <a:t>    (re.compile(r"ModuleNotFoundError|ImportError|No module named"), ErrorCategory.MODULE_NOT_FOUND),</a:t>
            </a:r>
            <a:br/>
            <a:r>
              <a:t>    (re.compile(r"command not found", re.I), ErrorCategory.COMMAND_NOT_FOUND),</a:t>
            </a:r>
            <a:br/>
            <a:r>
              <a:t>    # ... 15种模式</a:t>
            </a:r>
            <a:br/>
            <a:r>
              <a:t>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工具名归一化：normalize_tool_name() 将不同代理的工具名映射到跨代理标准名：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_TOOL_NAME_MAP: dict[str, str] = {</a:t>
            </a:r>
            <a:br/>
            <a:r>
              <a:t>    "shell": "Bash",</a:t>
            </a:r>
            <a:br/>
            <a:r>
              <a:t>    "run_shell_command": "Bash",</a:t>
            </a:r>
            <a:br/>
            <a:r>
              <a:t>    "read_file": "Read",</a:t>
            </a:r>
            <a:br/>
            <a:r>
              <a:t>    "write_file": "Write",</a:t>
            </a:r>
            <a:br/>
            <a:r>
              <a:t>    "edit_file": "Edit",</a:t>
            </a:r>
            <a:br/>
            <a:r>
              <a:t>    "search_files": "Glob",</a:t>
            </a:r>
            <a:br/>
            <a:r>
              <a:t>    "grep": "Grep", ...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2.3.3 Writer — 标记分隔更新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ContextWriter 的核心机制是标记分隔更新：Headroom 管理的区块被  和  包裹，重新运行时只替换标记内的内容，用户手写的其他内容完整保留。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_MARKER_START = "&lt;!-- headroom:learn:start --&gt;"</a:t>
            </a:r>
            <a:br/>
            <a:r>
              <a:t>_MARKER_END = "&lt;!-- headroom:learn:end --&gt;"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合并策略（_merge_recommendations）：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当前运行产生的章节覆盖同名的先验章节（最新分析为准）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先验中未被当前运行重新提及的章节自动保留（不会丢失积累的学习）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要完全重建标记块，需手动删除标记后重新运行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各 Writer 的文件映射：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Writer | CONTEXT_FILE | MEMORY_FILE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ClaudeCodeWriter | CLAUDE.md | MEMORY.md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CodexWriter | AGENTS.md | instructions.md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GeminiWriter | GEMINI.md | GEMINI.md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ClaudeCodeWriter 还有一个特殊逻辑：当项目路径是用户主目录时，写入 ~/.claude/CLAUDE.md（Claude Code 的全局位置），而非 ~/CLAUDE.md。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Learn 系统的核心价值在于将"事后分析 → 事前预防"的闭环落地为工程实践：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插件化架构：新代理支持只需一个文件 + 一个模块级实例，零配置自动发现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LLM 驱动分析：取代正则和启发式，用 LLM 理解完整对话上下文，产生结构化推荐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成功关联：不只记录失败，更追踪修正路径，产生具体的、可操作的纠正建议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标记分隔更新：非侵入式写入，保留用户手写内容，仅替换 Headroom 管理的区块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无 API Key 也可用：支持 CLI 后端（claude、gemini、codex），订阅用户无需 API Key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这套系统的数据飞轮效应：更多用户 → 更多压缩事件 → 更好的聚合推荐 → 更少的 Token 浪费。在 67,583 次工具调用的测试语料上，7.5% 的失败率中，平均每个项目提取 164 条修正建议，预估可预防 ~27 MB 的 Token 浪费。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
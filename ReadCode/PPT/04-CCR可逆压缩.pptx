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CCR 可逆压缩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CCR（Compress-Cache-Retrieve）是 Headroom 项目中最核心的创新架构之一，它解决了 LLM 上下文压缩的一个根本矛盾：压缩后信息丢失，但 LLM 可能仍需要原始数据。传统压缩方案是"单向"的——一旦压缩，原始数据就从上下文中消失，LLM 只能看到摘要或占位符。而 CCR 通过"可逆"设计，让 LLM 在需要时可以主动检索被压缩的原始内容，实现了"压缩不丢信息"的理想效果。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的核心思想极其简洁：压缩时缓存原文，LLM 需要时按需取回。具体而言，当 Headroom 的压缩流水线将一段内容（如工具返回的大段结果）替换为简短的压缩标记时，原始数据会被存入 CompressionStore，并以哈希值作为索引。同时，系统会向 LLM 的请求中注入一个 headroom_retrieve 工具定义，LLM 看到压缩标记后可以调用该工具取回原始数据。整个检索过程由 CCRResponseHandler 透明处理——LLM 的工具调用被拦截、执行、结果注入，然后自动发起续写请求，对用户完全无感。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分：核心架构详解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一、CCR 架构与存储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CompressionEntry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 hash_key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 original_content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 compressed_content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+dict metadata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+float created_at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+int retrieval_count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+list~RetrievalEvent~ retrieval_events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 workspace_key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+record_retrieval(query, result_type)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CompressionStore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+dict~str,CompressionEntry~ _entries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+RLock _lock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+MinHeap _expiry_heap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+CompressionFeedback _feedback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+store(original, compressed, metadata)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+retrieve(hash_key, 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+search(query, top_k)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+cleanup_expired()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+get_feedback()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CompressionStoreBackend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+store(entry)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+retrieve(hash_key)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+search(query, top_k)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+delete(hash_key)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InMemoryBackend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+dict _entries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+store(entry)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+retrieve(hash_key)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+search(query, top_k)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53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一、CCR 架构与存储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compression_store.py 中的核心存储逻辑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CompressionStore: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store(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original_content: str,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compressed_content: str,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metadata: dict | None = 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explicit_hash: str | None = 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workspace_key: str | None = 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hash_key = explicit_hash or hashlib.sha256(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original_content.encode()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).hexdigest()[:24]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entry = CompressionEntry(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hash_key=hash_key,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original_content=original_content,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compressed_content=compressed_content,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metadata=metadata or {},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workspace_key=workspace_key,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with self._lock: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self._entries[hash_key] = entry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heapq.heappush(self._expiry_heap, (entry.expires_at, hash_key))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hash_key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一、CCR 架构与存储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架构的核心是 CompressionStore——一个线程安全的内存存储引擎，它承载了所有被压缩内容的原始数据，并提供了高效的检索和淘汰机制。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CompressionStore 的设计哲学是"存储即服务"：它不仅是一个简单的键值存储，还集成了 BM25 全文搜索、TTL 过期、LRU 淘汰、反馈追踪等能力。每个存储条目（CompressionEntry）包含原始内容、压缩内容、元数据、检索计数等信息。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关键源文件：compression_store.py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CompressionStore 的哈希策略采用 SHA-256 前 24 位（96 bits），兼顾唯一性和紧凑性。同时支持 explicit_hash 参数，允许外部指定哈希函数。存储后端通过 CompressionStoreBackend 协议抽象，默认使用 InMemoryBackend，可通过环境变量 HEADROOM_CCR_BACKEND 切换为外部后端。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淘汰机制采用最小堆（Min-Heap）实现 O(log n) 的过期清理，同时通过 LRU 策略在容量超限时优先淘汰最久未访问的条目。CompressionStore 还通过 ContextVar 实现请求级作用域，支持多租户 SaaS 场景下的存储隔离。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二、工具注入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tool_injection.py 中的工具定义生成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CCR_TOOL_NAME = "headroom_retrieve"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create_ccr_tool_definition(provider: str) -&gt; dict: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"""根据 Provider 创建工具定义"""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provider == "anthropic":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"name": CCR_TOOL_NAME,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"description": "Retrieve compressed content by hash key...",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"input_schema":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"type": "object",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"properties":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"hash_key": {"type": "string", "description": "24-char hex hash"},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"query": {"type": "string", "description": "What you're looking for"},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"required": ["hash_key"],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elif provider == "openai":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"type": "function",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"function":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"name": CCR_TOOL_NAME,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# ... OpenAI 格式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Google 格式...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二、工具注入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工具注入是 CCR 的"桥梁"组件——它负责在压缩发生时，将 headroom_retrieve 工具定义注入到 LLM 请求中，让 LLM 知道它可以调用这个工具来检索被压缩的内容。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tool_injection.py 中的 CCRToolInjector 是核心类，它完成三项工作：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扫描压缩标记：使用正则表达式检测消息中的压缩标记格式 [N items compressed to M. Retrieve more: hash=abc123]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注入工具定义：根据 Provider 类型（Anthropic/OpenAI/Google）生成对应格式的工具定义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注入系统指令：向系统消息中追加 CCR 使用说明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一个重要的设计细节是 PR-B7 sticky-on 机制：一旦会话中发生过 CCR 压缩，session_has_done_ccr 标志被置为 True，后续所有轮次都会持续注入 headroom_retrieve 工具。这避免了"缓存失效"问题——如果工具定义在后续轮次消失，Provider 的前缀缓存会被破坏，导致额外的写入开销。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哈希验证严格限制为 24 位十六进制字符（96 bits），确保工具调用参数的合法性：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tool_injection.py 中的哈希验证</a:t>
            </a:r>
            <a:br/>
            <a:r>
              <a:t>HASH_PATTERN = re.compile(r"[a-f0-9]{24}")</a:t>
            </a:r>
            <a:br/>
            <a:br/>
            <a:r>
              <a:t>def parse_tool_call(tool_call, provider: str) -&gt; tuple[str, str | None]:</a:t>
            </a:r>
            <a:br/>
            <a:r>
              <a:t>    """解析 CCR 工具调用，提取 hash_key 和 query"""</a:t>
            </a:r>
            <a:br/>
            <a:r>
              <a:t>    # ... Provider 特定解析逻辑</a:t>
            </a:r>
            <a:br/>
            <a:r>
              <a:t>    if not HASH_PATTERN.fullmatch(hash_key):</a:t>
            </a:r>
            <a:br/>
            <a:r>
              <a:t>        raise ValueError(f"Invalid CCR hash: {hash_key}")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三、响应处理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LLM as LLM API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Store as CompressionStore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Proxy-&gt;&gt;LLM: 发送请求（含 CCR 工具定义）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LLM--&gt;&gt;Proxy: 响应含 headroom_retrieve 调用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CCRResponseHandler 拦截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Proxy-&gt;&gt;Store: retrieve(hash_key, 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Store--&gt;&gt;Proxy: 返回原始内容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构造续写请求&lt;br/&gt;（Provider 特定消息格式）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Proxy-&gt;&gt;LLM: 续写请求（含工具结果）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LLM--&gt;&gt;Proxy: 最终响应（无 CCR 调用）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返回干净响应给用户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三、响应处理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response_handler.py 中的流式 CCR 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StreamingCCRHandler: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__init__(self, response_handler, provider, ...):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self._buffer = StreamingCCRBuffer(provider)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self._mode = "pass_through"  # or "buffered"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handle_chunk(self, chunk):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self._mode == "pass_through":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self._buffer.add_chunk(chunk)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self._buffer.has_ccr_tool_call():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self._mode = "buffered"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return None  # 停止转发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chunk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self._buffer.add_chunk(chunk)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self._buffer.is_complete():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# 执行 CCR 检索 + 续写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result = await self._handle_buffered_ccr()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return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三、响应处理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CCRResponseHandler 是 CCR 架构中"透明性"的关键保障。它拦截 LLM 响应中的 CCR 工具调用，执行检索，然后自动发起续写 API 调用，整个过程对用户完全透明。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response_handler.py 实现了两种处理模式：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非流式模式：直接检测完整响应中的 CCR 工具调用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流式模式：通过 StreamingCCRBuffer 缓冲流式响应块，检测到 CCR 调用时切换为缓冲模式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流式 CCR 处理是技术难点。StreamingCCRHandler 需要在 SSE 流中检测 CCR 工具调用，这要求缓冲足够多的流式块来判断是否包含工具调用。一旦检测到，立即切换为缓冲模式——停止向客户端转发流式数据，收集完整响应后执行 CCR 检索和续写，最后将续写结果以流式方式返回。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ResponseHandlerConfig 控制最大检索轮次（默认 3 轮）和是否从响应中剥离 CCR 相关内容。Provider 特定的消息构造确保续写请求格式正确——Anthropic 使用 tool_result 内容块，OpenAI 使用 tool 角色消息，Google 使用 functionResponse 格式。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四、上下文追踪与状态管理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CompressedContext: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hash_key: str           # 压缩条目的哈希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turn_number: int        # 压缩发生的轮次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tool_name: str          # 产生压缩的工具名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original_count: int     # 原始条目数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compressed_count: int   # 压缩后条目数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query_context: str      # 压缩时的查询上下文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sample_content: str     # 原始内容的采样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workspace_key: str      # 工作区隔离键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ExpansionRecommendation: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hash_key: str           # 推荐扩展的哈希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reason: str             # 推荐原因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relevance_score: float  # 相关性分数 (0-1)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expand_full: bool       # 是否完整扩展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search_query: str       # 搜索查询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四、上下文追踪与状态管理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Idle: 初始化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Idle --&gt; Tracking: 压缩事件发生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Tracking --&gt; Tracking: 记录 CompressedContext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Tracking --&gt; Analyzing: 新查询到达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Analyzing --&gt; Analyzing: 关键词匹配&lt;br/&gt;样本内容匹配&lt;br/&gt;工具名相关性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Analyzing --&gt; Recommending: 相关性 &gt; 阈值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Recommending --&gt; Tracking: 生成 ExpansionRecommendation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Analyzing --&gt; Tracking: 相关性 &lt; 阈值&lt;br/&gt;不推荐扩展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Tracking --&gt; Expired: 上下文超时&lt;br/&gt;(max_context_age_seconds)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Expired --&gt; [*]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right of Tracking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workspace_key 隔离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防止跨项目泄露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 note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right of Analyzing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relevance_threshold=0.3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max_tracked_contexts=100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max_context_age_seconds=300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 note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四、上下文追踪与状态管理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ContextTracker 解决了 CCR 的"多轮遗忘"问题：当压缩发生在第 N 轮，LLM 在第 N+K 轮可能完全不知道之前压缩了什么。ContextTracker 跟踪所有压缩事件，分析新查询与已压缩内容的相关性，主动推荐应该扩展的上下文。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context_tracker.py 的核心数据结构：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相关性计算采用多维度加权策略：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关键词重叠：查询关键词与 sample_content 的交集比例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查询上下文匹配：当前查询与压缩时 query_context 的语义相似度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工具名相关性：某些工具（如 Read、Grep）的返回值更可能被后续查询引用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ContextTracker 采用单例模式（get_context_tracker()），但在生产环境中通过代理服务器实例管理，确保工作区隔离。workspace_key 参数防止跨项目的压缩内容泄露——不同项目的压缩事件互不可见。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五、MCP Server 与反馈系统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CompressionFeedback: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"""分析检索模式，优化压缩策略"""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HIGH_RETRIEVAL = 0.5    # 高检索率阈值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MEDIUM_RETRIEVAL = 0.2  # 中检索率阈值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MIN_SAMPLES = 5         # 最小样本数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analyze_tool_pattern(self, tool_name: str) -&gt; CompressionHints: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"""分析特定工具的检索模式"""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pattern = self._tool_patterns.get(tool_name)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pattern.retrieval_rate &gt; self.HIGH_RETRIEVAL: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高检索率 → 降低压缩激进度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CompressionHints(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aggressiveness="low",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recommended_strategy="skip_if_high_retrieval",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pattern.full_retrieval_ratio &gt; 0.7: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全文检索占主导 → 跳过压缩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CompressionHints(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recommended_strategy="skip_compression",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pattern.search_retrieval_ratio &gt; 0.5: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# 搜索检索占主导 → 保持压缩 + 增加搜索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CompressionHints(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recommended_strategy="compress_with_search",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五、MCP Server 与反馈系统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的 MCP Server 将压缩能力暴露为标准 MCP 工具，使任何支持 MCP 协议的客户端都能使用 CCR 功能。同时，CompressionFeedback 构建了一个自适应反馈闭环，从检索模式中学习并优化压缩策略。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mcp_server.py 暴露四个工具：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工具 | 功能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headroom_compress | 压缩内容 | 存入原文，返回压缩标记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headroom_retrieve | 检索原文 | 按哈希取回原始内容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headroom_stats | 查看统计 | 压缩/检索次数、节省 Token 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headroom_read | 文件读取缓存 | 通过 CCR 缓存文件内容（特性标志控制）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Server 的会话级 TTL 为 1 小时（对比默认 5 分钟），因为 MCP 会话通常持续时间更长。跨进程统计共享通过文件锁定的共享统计文件实现。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CompressionFeedback（compression_feedback.py）从检索事件中学习：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反馈管道将待处理事件分发至三个消费者：CompressionFeedback（策略优化）、TelemetryCollector（遥测数据）、TOIN（Token 优化信息网络）。这种设计确保了 CCR 系统的持续自优化能力。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可逆压缩架构通过"压缩时缓存、需要时检索"的核心思想，优雅地解决了 LLM 上下文压缩中的信息丢失问题。其设计体现了几个关键工程原则：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透明性：LLM 的 CCR 工具调用被完全拦截和处理，用户无需感知检索过程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自适应：通过 CompressionFeedback 从检索模式中学习，动态调整压缩策略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隔离性：workspace_key 确保跨项目内容不泄露，ContextVar 支持多租户隔离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可扩展：CompressionStoreBackend 协议允许替换存储后端，MCP Server 支持任意客户端接入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的"可逆"特性使 Headroom 能够采用更激进的压缩策略——即使过度压缩，LLM 也能通过检索取回所需信息。这种"先压缩、后按需还原"的模式，是 Headroom 在 Token 优化领域区别于传统方案的核心竞争力。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
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第17篇：订阅与配额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的订阅与配额系统是一个多提供商、多策略的统一追踪框架。它监控三大 AI 编码工具的用量窗口——Anthropic Claude Code 的 OAuth 订阅窗口、GitHub Copilot 的月度配额、OpenAI Codex 的速率限制——并通过可插拔的 QuotaTracker 抽象将它们统一注册到一个全局注册表中。系统不仅追踪"用了多少"，还通过转录文件（transcript）分析检测异常（如激增定价、缓存未命中），并量化 Headroom 自身的贡献（压缩节省、CLI 过滤节省、缓存读取节省、RTK 节省）。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分：订阅架构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QuotaTracker 抽象与注册表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[base.py](file:///workspace/headroom/subscription/base.py) L38-99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QuotaTracker(abc.ABC):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"""Abstract base for a single AI-tool quota / rate-limit tracker."""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@abc.abstractmethod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key(self) -&gt; str: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"""Stats key used in /stats and the dashboard. Must be unique."""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@abc.abstractmethod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label(self) -&gt; str: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"""Human-readable name for log messages."""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is_available(self) -&gt; bool: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"""Return True if this tracker should be activated."""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async def start(self) -&gt; None: ...   # launch background poll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async def stop(self) -&gt; None: ...    # cancel poll task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@abc.abstractmethod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get_stats(self) -&gt; dict[str, Any] |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"""Return the current snapshot as a serialisable dict, or None."""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QuotaTracker 抽象与注册表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base.py 定义了整个订阅追踪体系的骨架。QuotaTracker 是每个提供商追踪器必须继承的抽象基类，QuotaTrackerRegistry 是进程级全局注册表：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注册表通过双重检查锁定实现线程安全的单例模式，并拒绝重复 key 的注册：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[base.py](file:///workspace/headroom/subscription/base.py) L135-144</a:t>
            </a:r>
            <a:br/>
            <a:r>
              <a:t>def register(self, tracker: QuotaTracker) -&gt; None:</a:t>
            </a:r>
            <a:br/>
            <a:r>
              <a:t>    with self._lock:</a:t>
            </a:r>
            <a:br/>
            <a:r>
              <a:t>        existing_keys = {t.key for t in self._trackers}</a:t>
            </a:r>
            <a:br/>
            <a:r>
              <a:t>        if tracker.key in existing_keys:</a:t>
            </a:r>
            <a:br/>
            <a:r>
              <a:t>            raise ValueError(</a:t>
            </a:r>
            <a:br/>
            <a:r>
              <a:t>                f"A tracker with key '{tracker.key}' is already registered."</a:t>
            </a:r>
            <a:br/>
            <a:r>
              <a:t>            )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类层次结构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QuotaTracker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&lt;&lt;abstract&gt;&gt;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+key: str*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+label: str*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+is_available()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+start() async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+stop() async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+get_stats() dict*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SubscriptionTracker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+key = "subscription_window"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+label = "Anthropic Claude Code"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-_poll_interval_s: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-_active_window_s: float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-_state: SubscriptionState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-_client: SubscriptionClient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-_last_rtk_tokens_saved: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-_rtk_poll_owner: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+notify_active(token)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+update_contribution(...)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+render_state()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+maybe_poll_on_demand() async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_CopilotQuotaTracker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+key = "copilot_quota"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+label = "GitHub Copilot"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-_poll_interval_s: float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-_state: CopilotQuotaState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+is_available()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CodexRateLimitState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+key = "codex_rate_limits"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+label = "OpenAI Codex"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-_latest: CodexRateLimitSnapshot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+update_from_headers(headers)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55 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类层次结构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三大追踪器的工作模式截然不同：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追踪器 | 模式 | 数据源 | 轮询间隔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SubscriptionTracker | 主动轮询 | Anthropic OAuth API | 300s（活跃时）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_CopilotQuotaTracker | 主动轮询 | GitHub Copilot API | 60s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CodexRateLimitState | 被动捕获 | API 响应头 | 无（随请求更新）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SubscriptionClient：OAuth 令牌解析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[client.py](file:///workspace/headroom/subscription/client.py) L51-80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read_cached_oauth_token():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1. Env var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env_token = os.environ.get("CLAUDE_CODE_OAUTH_TOKEN", "").strip()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env_token: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env_token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2. Credentials file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creds = _load_credentials_file()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oauth = creds.get("claudeAiOauth") or {}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 = oauth.get("accessToken") or 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Check expiry (Anthropic stores timestamp in milliseconds)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expires_at_ms = oauth.get("expiresAt")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expires_at_ms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now_ms = time.time() * 1000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now_ms &gt;= (expires_at_ms - _TOKEN_EXPIRY_BUFFER_S * 1000):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token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SubscriptionClient：OAuth 令牌解析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SubscriptionClient 封装了 Anthropic 的 OAuth 用量端点，支持三级令牌解析：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分：配额管理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Anthropic 订阅窗口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[models.py](file:///workspace/headroom/subscription/models.py) L374-452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HeadroomContribution: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tokens_submitted: int = 0           # 代理实际转发的输入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tokens_saved_compression: int = 0   # 代理压缩移除的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tokens_saved_cli_filtering: int = 0 # CLI 上下文工具过滤的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tokens_saved_rtk: int = 0           # RTK 节省的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tokens_saved_cache_reads: int = 0   # 前缀缓存命中的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total_saved(self)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(self.tokens_saved_compression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+ self.cli_filtering_saved()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+ self.tokens_saved_cache_reads)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efficiency_pct(self) -&gt; float: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raw = self.raw_without_headroom()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raw == 0: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round(self.total_saved() / raw * 100,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Anthropic 订阅窗口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[tracker.py](file:///workspace/headroom/subscription/tracker.py) L883-928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_detect_discrepancies(snapshot, window_tokens):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discrepancies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Surge pricing detection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snapshot.five_hour.limit &gt; 0 and window_tokens.weighted_token_equivalent &gt; 0: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expected_pct = window_tokens.weighted_token_equivalent / snapshot.five_hour.limit * 100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actual_pct = snapshot.five_hour.utilization_pct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delta = actual_pct - expected_pct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delta &gt; _SURGE_THRESHOLD_PCT: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discrepancies.append(WindowDiscrepancy(kind="surge_pricing", ...))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Cache miss detection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total_input = window_tokens.input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total_cache_reads = window_tokens.cache_reads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total_input &gt; 50_000 and total_cache_reads &lt; total_input * _CACHE_MISS_RATIO_THRESHOLD: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discrepancies.append(WindowDiscrepancy(kind="cache_miss", ...))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discrepancies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Anthropic 订阅窗口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SubscriptionTracker 是最复杂的追踪器，它不仅轮询 Anthropic API，还执行转录分析、异常检测和 Headroom 贡献量化。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数据模型层次（定义在 models.py）：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模型 | 用途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RateLimitWindow | 单个滚动窗口（5h/7d）的用量数据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SubscriptionSnapshot | 一次 API 轮询的完整快照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WindowTokens | 转录文件导出的窗口 token 分解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HeadroomContribution | Headroom 各层节省的 token 量化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WindowDiscrepancy | 检测到的异常（激增定价/缓存未命中）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贡献量化：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异常检测：系统通过对比转录文件推算的预期用量与 API 报告的实际用量，检测两种异常：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激增定价（surge_pricing）：实际利用率比预期高 &gt;15%，可能存在隐藏的权重加成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缓存未命中（cache_miss）：缓存读取率 50K，前缀缓存未有效利用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GitHub Copilot 配额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_CopilotQuotaTracker 通过 GitHub API 轮询 Copilot 的月度配额，追踪三个使用类别：chat、completions、premium_interactions。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令牌发现顺序：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[copilot_quota.py](file:///workspace/headroom/subscription/copilot_quota.py) L49-54</a:t>
            </a:r>
            <a:br/>
            <a:r>
              <a:t>_TOKEN_ENV_VARS = [</a:t>
            </a:r>
            <a:br/>
            <a:r>
              <a:t>    "GITHUB_COPILOT_GITHUB_TOKEN",</a:t>
            </a:r>
            <a:br/>
            <a:r>
              <a:t>    "GITHUB_TOKEN",</a:t>
            </a:r>
            <a:br/>
            <a:r>
              <a:t>    "COPILOT_GITHUB_TOKEN",</a:t>
            </a:r>
            <a:br/>
            <a:r>
              <a:t>    "GITHUB_COPILOT_API_TOKEN",</a:t>
            </a:r>
            <a:br/>
            <a:r>
              <a:t>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每个类别的配额数据包含：entitlement（总额）、remaining（剩余）、overage_count（超额次数）、unlimited（是否无限）。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Codex 速率限制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[codex_rate_limits.py](file:///workspace/headroom/subscription/codex_rate_limits.py) L167-192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parse_codex_rate_limits(headers):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prefix = "x-codex"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primary = _parse_window(headers, prefix, "primary")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secondary = _parse_window(headers, prefix, "secondary")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credits = _parse_credits(headers)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primary is None and secondary is None and credits is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None  # Not a Codex response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CodexRateLimitSnapshot(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primary=primary,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secondary=secondary,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credits=credits,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Codex 速率限制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CodexRateLimitState 是一个被动追踪器，从 Codex API 响应头中提取速率限制数据：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分：会话追踪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转录文件分析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[session_tracking.py](file:///workspace/headroom/subscription/session_tracking.py) L109-174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compute_window_tokens(start_ts, end_ts):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totals = WindowTokens()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by_model = {}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path in find_transcript_files():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line in _read_transcript_lines(path):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entry = json.loads(line)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Filter by timestamp window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ts &lt; start_ts or ts &gt;= end_ts: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continue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Aggregate usage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_add_usage_to_tokens(totals, usage)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Per-model breakdown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model_id: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_add_usage_to_tokens(by_model[model_id], usage)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Compute Sonnet-normalised weighted equivalent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weighted = sum(_total_token_count(mt) * get_model_weight(mid)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for mid, mt in by_model.items())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totals.weighted_token_equivalent = weighted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totals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转录文件分析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session_tracking.py 解析 Claude Code 的转录 JSONL 文件（~/.claude/projects/*/.jsonl），按时间窗口聚合 token 用量。这是异常检测和 Headroom 贡献量化的数据基础。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模型权重（Sonnet 归一化）：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模型族 | 权重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opus | 2.0× | 更高的速率限制成本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sonnet | 1.0× | 基线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haiku | 0.5× | 更便宜，更低的速率限制成本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[session_tracking.py](file:///workspace/headroom/subscription/session_tracking.py) L32-37</a:t>
            </a:r>
            <a:br/>
            <a:r>
              <a:t>MODEL_FAMILY_WEIGHTS = {</a:t>
            </a:r>
            <a:br/>
            <a:r>
              <a:t>    "opus": 2.0,</a:t>
            </a:r>
            <a:br/>
            <a:r>
              <a:t>    "sonnet": 1.0,</a:t>
            </a:r>
            <a:br/>
            <a:r>
              <a:t>    "haiku": 0.5,</a:t>
            </a:r>
            <a:br/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compute_window_tokens 函数遍历所有转录文件，按时间窗口过滤并聚合：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状态持久化与恢复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SubscriptionTracker 使用原子写入（tempfile + os.replace）持久化状态，确保跨重启不丢失贡献计数器：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[tracker.py](file:///workspace/headroom/subscription/tracker.py) L779-795</a:t>
            </a:r>
            <a:br/>
            <a:r>
              <a:t>def _persist_state(self):</a:t>
            </a:r>
            <a:br/>
            <a:r>
              <a:t>    with tempfile.NamedTemporaryFile(</a:t>
            </a:r>
            <a:br/>
            <a:r>
              <a:t>        mode="w", dir=self._persist_path.parent,</a:t>
            </a:r>
            <a:br/>
            <a:r>
              <a:t>        delete=False, suffix=".tmp", encoding="utf-8"</a:t>
            </a:r>
            <a:br/>
            <a:r>
              <a:t>    ) as fh:</a:t>
            </a:r>
            <a:br/>
            <a:r>
              <a:t>        json.dump(data, fh, indent=2)</a:t>
            </a:r>
            <a:br/>
            <a:r>
              <a:t>        tmp_path = fh.name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加载时兼容新旧格式，特别是 RTK 计数器的迁移：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[tracker.py](file:///workspace/headroom/subscription/tracker.py) L830-843</a:t>
            </a:r>
            <a:br/>
            <a:r>
              <a:t>is_legacy_state = "rtk_raw" not in saved</a:t>
            </a:r>
            <a:br/>
            <a:r>
              <a:t>if is_legacy_state:</a:t>
            </a:r>
            <a:br/>
            <a:r>
              <a:t>    # Pre-G2 semantic: rtk == cli_filtering. Carry forward.</a:t>
            </a:r>
            <a:br/>
            <a:r>
              <a:t>    legacy_rtk_value = int(saved.get("rtk", cli_filtering))</a:t>
            </a:r>
            <a:br/>
            <a:r>
              <a:t>    c.tokens_saved_rtk = legacy_rtk_value</a:t>
            </a:r>
            <a:br/>
            <a:r>
              <a:t>else:</a:t>
            </a:r>
            <a:br/>
            <a:r>
              <a:t>    c.tokens_saved_rtk = int(saved.get("rtk_raw", 0))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多 Worker 轮询去重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[tracker.py](file:///workspace/headroom/subscription/tracker.py) L461-510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_try_acquire_rtk_poll_lock(self) -&gt; bool: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self._rtk_poll_owner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self._rtk_poll_owner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lock_path = self._rtk_poll_lock_path()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fd = open(lock_path, "w")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fcntl.flock(fd, fcntl.LOCK_EX | fcntl.LOCK_NB)  # Non-blocking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self._rtk_poll_lock_fd = fd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self._rtk_poll_owner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True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多 Worker 轮询去重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在多 uvicorn worker 部署中，每个 worker 独立运行追踪器，但 RTK 轮询需要去重以避免重复计数。通过文件锁实现 owner 选举：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会话状态流转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stateDiagram-v2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未初始化: 进程启动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未初始化 --&gt; 已配置: configure_subscription_tracker()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已配置 --&gt; 轮询中: start() → _poll_loop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轮询中 --&gt; 轮询中: _maybe_poll() (每300s)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轮询中 --&gt; 活跃: notify_active(token)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活跃 --&gt; 活跃: update_contribution()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活跃 --&gt; 轮询中: 超过active_window_s无请求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轮询中 --&gt; 按需轮询: maybe_poll_on_demand()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按需轮询 --&gt; 轮询中: 完成（60s地板限制）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轮询中 --&gt; 已停止: stop()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活跃 --&gt; 已停止: stop()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已停止 --&gt; 已配置: 重启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state 轮询中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等待间隔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等待间隔 --&gt; 执行轮询: 间隔到期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执行轮询 --&gt; 获取快照: SubscriptionClient.fetch()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获取快照 --&gt; 计算窗口token: _compute_window_tokens_for_snapshot()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计算窗口token --&gt; 检测异常: _detect_discrepancies()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检测异常 --&gt; 更新状态: add_snapshot() + add_discrepancy()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更新状态 --&gt; 持久化: _persist_state()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持久化 --&gt; 等待间隔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state 活跃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接收请求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接收请求 --&gt; 更新贡献: update_contribution()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更新贡献 --&gt; 轮询RTK增量: _poll_rtk_delta()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轮询RTK增量 --&gt; 接收请求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窗口重置后的渲染合成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[models.py](file:///workspace/headroom/subscription/models.py) L112-227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synthesize_window_render(window, *, used_since_reset, window_duration, window_name):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window is None or window.resets_at is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cached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current_now &lt; window.resets_at: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cached  # 还没重置，使用缓存值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Past the reset boundary — synthesize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capped_used = min(used_since_reset, limit)  # 永远不报告&gt;100%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next_reset = window.resets_at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while next_reset &lt;= current_now: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next_reset = next_reset + window_duration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"used": capped_used,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"utilization_pct": round(capped_used / limit * 100, 2),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"resets_at": _to_utc_iso(next_reset),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"synthesized": 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"resets_at_estimated": 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窗口重置后的渲染合成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当 5h 窗口在两次轮询之间重置时，缓存的 utilization_pct 已过时。render_state() 方法通过本地转录数据合成重置后的窗口状态，避免向用户展示错误的旧数据：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的订阅与配额系统是一个精心设计的多提供商追踪框架，其核心价值在于三点：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统一抽象：QuotaTracker + QuotaTrackerRegistry 将 Anthropic、GitHub、OpenAI 三种截然不同的配额追踪模式（主动轮询 vs 被动捕获）统一到同一个接口下，新增提供商只需实现一个类。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深度洞察：不仅追踪"用了多少"，还通过转录文件分析推算"应该用多少"，从而检测激增定价和缓存未命中等异常，为用户提供超越 API 原生能力的透明度。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贡献量化：HeadroomContribution 精确量化了压缩、CLI 过滤、缓存命中、RTK 四个层面的 token 节省，并通过 efficiency_pct 给出直观的效率百分比，让用户清楚看到 Headroom 的价值。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这张协作图展示了从数据采集到消费的完整链路。三大追踪器各自独立运行，通过注册表统一暴露，而转录分析为 Anthropic 追踪器提供了额外的洞察维度。持久化机制确保跨重启不丢失数据，多 Worker 去重确保集群部署的正确性——整个系统在简洁的抽象下隐藏了丰富的工程细节。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
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23 — Headroom 算法体系评测方案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总（概述）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分（详细分析）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一、评测对象清单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1.1 压缩算法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算法 | 源文件 | 目标内容类型 | 核心机制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smart_crusher.py | JSON/结构化数据 | 锚点选择+分类+去重+键名缩短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CodeCompressor | code_compressor.py | 源代码 | AST 感知+结构保留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KompressCompressor | kompress_compressor.py | 通用文本 | ModernBERT+ONNX INT8 量化推理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diff_compressor.py | Git Diff | Hunk 选择+上下文保留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 | log_compressor.py | 构建/测试日志 | 错误/警告保留+堆栈追踪提取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1.2 路由与策略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组件 | 源文件 | 职责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ContentRouter | content_router.py | 内容类型检测→策略路由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CompressionPolicy | compression_policy.py | 压缩决策门控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AdaptiveSizer | adaptive_sizer.py | 自适应压缩目标比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CacheAligner | cache_aligner.py | 缓存前缀对齐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1.3 辅助系统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组件 | 源文件 | 职责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CCR | ccr/ | 可逆压缩+检索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Relevance | relevance/ | BM25/Embedding/Hybrid 相关性评分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CompressionFeedback | compression_feedback.py | 压缩质量反馈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TagProtector | tag_protector.py | XML/HTML 标签保护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二、评测数据集设计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 公开基准数据集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evals/datasets.py 已有的数据集加载器：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数据集 | 规模 | 内容类型 | 评测目标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HotpotQA | 500 samples | 多跳问答 | 长上下文信息保留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Natural Questions | 500 samples | 事实问答 | 搜索结果压缩质量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TriviaQA | 300 samples | 知识问答 | 通用文本压缩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MS MARCO | 500 samples | 搜索排序 | 搜索结果压缩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SQuAD | 500 samples | 阅读理解 | 精确信息保留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 合成数据集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数据集 | 生成方式 | 规模 | 评测目标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CodeSnippets | 多语言代码生成器 | 1000 samples | CodeCompressor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BuildLogs | CI/CD 日志模拟器 | 500 samples | LogCompressor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GitDiffs | 仓库 diff 采样 | 500 samples | DiffCompressor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SearchResults | 搜索引擎模拟 | 500 samples | SearchCompressor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JSONPayloads | API 响应生成器 | 1000 samples | SmartCrusher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 真实轨迹数据集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数据集 | 来源 | 规模 | 评测目标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AgentTraces | Claude/Codex 会话 | 200 traces | 端到端压缩质量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AdversarialTraces | adversarial_benchmark | 100 traces | 极端场景鲁棒性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 对抗数据集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headroom_adversarial_benchmark.py 的对抗样本类型：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类型 | 描述 | 评测目标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加密数据 | Base64/Hex 编码内容 | 不误压缩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极短内容 | &lt;100 字符 | 最小压缩阈值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对话上下文 | 多轮对话历史 | 保护对话流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代码+自然语言混合 | 注释密集代码 | 混合路由准确性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重复内容 | 高冗余文本 | 去重效果上限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三、效率维度评测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基于 evals/core.py 的 CompressionEvaluator 扩展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EfficiencyEvaluator: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evaluate_compression_ratio(self, content: str, strategy: str) -&gt; RatioResult: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original_tokens = self.tokenizer.count(content)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 = self.router.compress(content, strategy=strategy)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compressed_tokens = self.tokenizer.count(compressed.compressed)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RatioResult(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original_tokens=original_tokens,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compressed_tokens=compressed_tokens,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ratio=compressed_tokens / original_tokens,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savings_pct=(1 - compressed_tokens / original_tokens) * 100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三、效率维度评测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基于 bench_transforms.py 的 BenchmarkTransforms 扩展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LatencyEvaluator: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measure_latency(self, content: str, strategy: str, warmup: int = 5, runs: int = 100):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Warmup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_ in range(warmup):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self.router.compress(content, strategy=strategy)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Measurement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latencies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_ in range(runs):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start = time.perf_counter_ns()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self.router.compress(content, strategy=strategy)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latencies.append(time.perf_counter_ns() - start)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LatencyResult(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p50=np.percentile(latencies, 50) / 1e6,   # ms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p95=np.percentile(latencies, 95) / 1e6,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p99=np.percentile(latencies, 99) / 1e6,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mean=np.mean(latencies) / 1e6,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std=np.std(latencies) / 1e6,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三、效率维度评测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3.1 压缩率评测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指标定义：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公式 | 目标值 | 权重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 压缩比 | compressed_tokens / original_t | ≤ 0.40 | 30%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节省百分比 | (1 - compressed_tokens / origi | ≥ 60% | 20%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有效压缩率 | 压缩比 × 质量保留度 | ≥ 0.55 | 30%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缓存命中节省 | cache_hit_tokens / total_token | ≥ 0.15 | 20%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分算法压缩率目标：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算法 | 目标压缩比 | 最低可接受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0.20-0.35 | 0.45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CodeCompressor | 0.40-0.55 | 0.65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KompressCompressor | 0.50-0.65 | 0.75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0.30-0.50 | 0.60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 | 0.25-0.40 | 0.55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3.2 延迟评测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指标定义：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P50 压缩延迟 | 中位数压缩耗时 | ≤ 50ms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P95 压缩延迟 | 95 分位耗时 | ≤ 200ms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P99 压缩延迟 | 99 分位耗时 | ≤ 500ms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首次压缩延迟 | 含模型加载的冷启动 | ≤ 3s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增量压缩延迟 | 热路径压缩耗时 | ≤ 20ms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分算法延迟目标：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算法 | P50 目标 | P95 目标 | 备注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≤ 10ms | ≤ 30ms | 纯规则，无模型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CodeCompressor | ≤ 30ms | ≤ 80ms | AST 解析开销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KompressCompressor | ≤ 50ms | ≤ 200ms | ONNX 推理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≤ 15ms | ≤ 40ms | 纯规则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 | ≤ 10ms | ≤ 30ms | 纯规则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3.3 吞吐量评测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单线程 QPS | 每秒压缩请求数 | ≥ 100 QPS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多线程 QPS | 8 线程并发 QPS | ≥ 500 QPS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批量吞吐 | 批量模式 tokens/s | ≥ 50K tokens/s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3.4 缓存效率评测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compression_feedback.py 的反馈机制：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KV 缓存命中率 | 前缀匹配命中比例 | ≥ 30%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压缩结果缓存命中率 | 重复内容复用率 | ≥ 20%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Skip Set 命中率 | 不可压缩内容跳过率 | ≥ 10%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缓存对齐收益 | CacheAligner 节省比例 | ≥ 5%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四、质量维度评测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D as 数据集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H as Headroom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LLM as LLM Judge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E as 评测器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D-&gt;&gt;E: 加载测试样本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E-&gt;&gt;H: 原始上下文 + 问题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H-&gt;&gt;LLM: 发送原始请求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LLM--&gt;&gt;E: 原始答案 A_orig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E-&gt;&gt;H: 压缩上下文 + 问题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H-&gt;&gt;LLM: 发送压缩请求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LLM--&gt;&gt;E: 压缩答案 A_comp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E-&gt;&gt;E: 计算 F1/BLEU/ROUGE-L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E-&gt;&gt;LLM: A_orig vs A_comp 等价判断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LLM--&gt;&gt;E: 等价性分数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E-&gt;&gt;E: 聚合质量评分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四、质量维度评测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CCRRetrivalEvaluator: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evaluate(self, session: list[dict]) -&gt; CCREvalResult: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1. 压缩会话，启用 CCR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compressed_session = self.compress_with_ccr(session)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2. 模拟 LLM 调用 headroom_retrieve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retrieve_calls = self.simulate_retrieval(compressed_session)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3. 验证检索内容完整性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call in retrieve_calls: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original = self.ccr_store.get(call.key)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retrieved = call.retrieved_content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completeness = self.compute_overlap(original, retrieved)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CCREvalResult(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trigger_rate=retrieve_calls / total,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success_rate=successful / retrieve_calls,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completeness=np.mean(completeness_scores),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e2e_accuracy=answer_equivalence_rate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四、质量维度评测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4.1 信息保留度评测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evals/metrics.py 的指标体系：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公式/方法 | 说明 | 权重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精确匹配率 | exact_match(predicted, referen | 答案完全一致 | 10%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F1 分数 | 2  P  R / (P + R) | Token 级精确率/召回率 | 15%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BLEU | n-gram 精确率几何平均 | 翻译质量 | 10%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ROUGE-L | 最长公共子序列 F1 | 摘要质量 | 15%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语义相似度 | cosine(embedding(a), embedding | 语义保留度 | 25%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评测方法：Before/After 对比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图23-3: Before/After 质量评测时序图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质量目标：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算法 | F1 最低 | 语义相似度最低 | 答案等价率最低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0.90 | 0.85 | 0.95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CodeCompressor | 0.85 | 0.80 | 0.90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KompressCompressor | 0.80 | 0.75 | 0.85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0.85 | 0.80 | 0.90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 | 0.85 | 0.80 | 0.90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4.2 CCR 检索召回率评测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公式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检索触发率 | retrieve_calls / total_compres | ≤ 0.30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检索成功率 | successful_retrieves / retriev | ≥ 0.95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信息完整度 | 检索原文与原始内容的 overlap | ≥ 0.99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端到端准确率 | 使用 CCR 后的答案等价率 | ≥ 0.90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4.3 相关性评分评测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relevance/ 的三种评分器：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评分器 | 方法 | 适用场景 | 目标相关性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BM25Relevance | bm25.py | 精确 ID/关键词匹配 | ≥ 0.80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EmbeddingRelevance | embedding.py | 语义相似度 | ≥ 0.75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HybridRelevance | hybrid.py | 自适应融合 | ≥ 0.82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评测方法：对压缩后内容与原始内容计算相关性分数，确保关键信息不丢失。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4.4 结构保留评测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JSON 可解析率 | 压缩后 JSON 仍可解析 | 100%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代码可编译率 | 压缩后代码仍可解析 | ≥ 95%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表格结构保留率 | 表格行列结构完整 | ≥ 90%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标签完整率 | TagProtector 保护的标签无损 | 100%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图23-4: 对抗评测流程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图23-4: 对抗评测流程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A[对抗样本生成器] --&gt; B{样本类型}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--&gt;|加密数据| C[应跳过压缩]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--&gt;|极短内容| D[应跳过压缩]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--&gt;|重复内容| E[应高效去重]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--&gt;|混合内容| F[应正确路由]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--&gt;|边界值| G[应优雅降级]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H[验证: PASSTHROUGH]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 --&gt; 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 --&gt; I[验证: 高压缩比]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 --&gt; J[验证: 正确策略]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G --&gt; K[验证: 无崩溃]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 --&gt; L[鲁棒性评分]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 --&gt; 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J --&gt; 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 --&gt; 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五、鲁棒性维度评测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RoutingAccuracyEvaluator: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人工标注的内容类型→策略映射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GOLD_STANDARD =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"python_code": CompressionStrategy.CODE_AWARE,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"json_array": CompressionStrategy.SMART_CRUSHER,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"git_diff": CompressionStrategy.DIFF,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"build_log": CompressionStrategy.LOG,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"search_results": CompressionStrategy.SEARCH,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"html_page": CompressionStrategy.HTML,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"plain_text": CompressionStrategy.KOMPRESS,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evaluate_routing(self, samples: list[TaggedSample]) -&gt; RoutingResult: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correct =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sample in samples: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detected = self.router._detect_content(sample.content)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actual = self.router._strategy_from_detection(detected)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expected = self.GOLD_STANDARD[sample.tag]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actual == expected: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correct += 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RoutingResult(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accuracy=correct / len(samples),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confusion_matrix=self._build_confusion_matrix(samples)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五、鲁棒性维度评测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5.1 对抗样本评测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headroom_adversarial_benchmark.py：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图23-4: 对抗评测流程图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对抗类型 | 输入 | 期望行为 | 评分标准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加密数据 | Base64/Hex 编码 | PASSTHROUGH 或极低压缩 | 不破坏数据得 1 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极短内容 | &lt; 100 字符 | 跳过压缩 | 不压缩得 1 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空内容 | 空字符串 / None | 优雅处理 | 无异常得 1 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超长内容 | &gt; 100K tokens | 正常压缩 | 无 OOM 得 1 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重复内容 | 同一内容重复 100 次 | 高压缩比 | 比率 &lt; 0.05 得 1 分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9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5.2 混合内容路由准确性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路由准确率 | 正确策略选择比例 | ≥ 90%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混合拆分准确率 | 正确识别内容边界 | ≥ 85%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策略回退合理性 | 回退到次优策略的合理性 | ≥ 95%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评测方法：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5.3 Python/Rust 奇偶校验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headroom-parity crate：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组件 | 评测方法 | 一致性目标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同输入对比 Python/Rust 输出 | 100%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同输入对比 Python/Rust 输出 | 100%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 | 同输入对比 Python/Rust 输出 | 100%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ContentDetector | 同输入对比分类结果 | 100%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六、成本维度评测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6.1 Token 成本评测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agent_cost_benchmark.py 和 pricing/：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公式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输入成本节省 | (1 - compressed_cost / origina | ≥ 50%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端到端成本节省 | 含 CCR 检索成本后的净节省 | ≥ 40%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缓存成本节省 | KV 缓存命中节省的比例 | ≥ 15%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分模型成本评测：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模型 | 输入价格/1M tokens | 60% 节省后成本 | 月度节省估算(1B tokens)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 3.5 Sonnet | $3.00 | $1.20 | $1,800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GPT-4o | $2.50 | $1.00 | $1,500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Gemini 1.5 Pro | $1.25 | $0.50 | $750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6.2 端到端延迟影响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压缩开销占比 | 压缩时间 / 总请求时间 | ≤ 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首Token延迟增加 | 压缩导致的 TTFT 增加 | ≤ 100ms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缓存命中加速 | KV 缓存命中的 TTFT 减少 | ≥ 200ms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6.3 资源消耗评测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说明 | 目标值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峰值内存 | 压缩过程最大内存 | ≤ 512MB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模型内存 | Kompress ONNX 模型内存 | ≤ 200MB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CPU 利用率 | 压缩过程 CPU 峰值 | ≤ 80%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GPU 利用率 | ONNX 推理 GPU 占用 | ≤ 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七、评测执行框架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AlgorithmEvalSuite: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"""算法体系评测套件"""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suites =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"efficiency": EfficiencyEvaluator,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"quality": QualityEvaluator,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"robustness": RobustnessEvaluator,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"cost": CostEvaluator,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"parity": ParityEvaluator,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"routing": RoutingAccuracyEvaluator,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run_full_eval(self, config: EvalConfig) -&gt; FullEvalReport: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results =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name, evaluator_cls in self.suites.items():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evaluator = evaluator_cls(config)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results[name] = evaluator.run()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FullEvalReport(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efficiency=results["efficiency"],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quality=results["quality"],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robustness=results["robustness"],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cost=results["cost"],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parity=results["parity"],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routing=results["routing"],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overall_score=self._compute_weighted_score(results),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recommendations=self._generate_recommendations(results)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图23-5: 评测执行流程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图23-5: 评测执行流程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A[配置加载] --&gt; B[数据集准备]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 C[环境初始化]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D[效率评测]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E[质量评测]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F[鲁棒性评测]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G[成本评测]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 --&gt; H[结果聚合]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 --&gt; 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 --&gt; 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G --&gt; 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 --&gt; I[评分计算]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 --&gt; J[报告生成]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J --&gt; K[回归检测]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 --&gt; L[优化建议]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七、评测执行框架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7.1 评测套件定义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基于 suite_runner.py 扩展：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7.2 评测执行流程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图23-5: 评测执行流程图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7.3 综合评分模型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权重分配：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维度 | 权重 | 子指标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效率 | 30% | 压缩比(15%) + 延迟(10%) + 缓存(5%)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质量 | 35% | 信息保留(15%) + 语义相似(10%) + CCR召回(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鲁棒性 | 20% | 对抗(10%) + 路由准确(5%) + 奇偶(5%)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成本 | 15% | Token节省(8%) + 延迟影响(4%) + 资源(3%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综合评分公式：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Overall = 0.30 × Efficiency + 0.35 × Quality + 0.20 × Robustness + 0.15 × Cost</a:t>
            </a:r>
            <a:br/>
            <a:br/>
            <a:r>
              <a:t>其中每个维度分数 = Σ(子指标得分 × 子权重) / 满分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评级标准：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等级 | 分数范围 | 含义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A+ | ≥ 90 | 生产级优秀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 | 80-89 | 生产级良好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 | 70-79 | 可用，需优化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 | 60-69 | 基本可用，有明显缺陷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 | &lt; 60 | 不可用，需重大改进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7.4 回归检测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检测项 | 方法 | 阈值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压缩率回归 | 与基线对比 | 下降 &gt; 5% 报警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质量回归 | F1/语义相似度对比 | 下降 &gt; 3% 报警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延迟回归 | P95 对比 | 增加 &gt; 20% 报警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新增崩溃 | 对抗样本测试 | 任何崩溃阻断发布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八、评测报告模板 — markdown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[算法名] 评测报告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## 基本信息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- 评测日期: YYYY-MM-DD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- 代码版本: commit hash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- 评测配置: [配置摘要]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## 效率评测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指标 | 结果 | 目标 | 状态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|------|------|------|------|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压缩比 | 0.35 | ≤ 0.40 | ✅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P95 延迟 | 45ms | ≤ 80ms | ✅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## 质量评测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指标 | 结果 | 目标 | 状态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|------|------|------|------|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F1 | 0.88 | ≥ 0.85 | ✅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语义相似度 | 0.82 | ≥ 0.80 | ✅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## 鲁棒性评测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对抗类型 | 结果 | 状态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|---------|------|------|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| 加密数据 | PASSTHROUGH | ✅ 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## 综合评分: A (85/100)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八、评测报告模板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8.1 单算法评测报告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8.2 全局评测仪表盘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维度 | 评分 | 等级 | 趋势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效率 | 82 | A | ↑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质量 | 78 | B | 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鲁棒性 | 85 | A | ↑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成本 | 80 | A | 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综合 | 81 | A | ↑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九、评测实施计划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阶段 | 内容 | 交付物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Phase 1 | 数据集构建 + 评测脚本开发 | 数据集 + 脚本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Phase 2 | 效率 + 质量基准评测 | 基准报告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Phase 3 | 鲁棒性 + 对抗评测 | 鲁棒性报告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Phase 4 | 成本评测 + 综合评分 | 综合报告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Phase 5 | CI 集成 + 回归检测 | CI Pipeline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总（总结）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评测体系核心价值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价值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量化决策 | 用数据驱动算法优化，而非直觉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质量守门 | 确保压缩不损害 LLM 输出质量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回归防护 | 每次变更自动检测性能退化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成本透明 | 精确量化压缩的经济价值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图23-6: 评测优先级与依赖关系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图23-6: 评测优先级与依赖关系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A[质量评测&lt;br/&gt;优先级: P0] --&gt; B[效率评测&lt;br/&gt;优先级: P0]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 C[鲁棒性评测&lt;br/&gt;优先级: P1]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D[成本评测&lt;br/&gt;优先级: P1]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 --&gt; E[奇偶校验&lt;br/&gt;优先级: P0]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 --&gt; F[回归检测&lt;br/&gt;优先级: P1]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 --&gt; G[综合评分&lt;br/&gt;优先级: P2]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 --&gt; 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 --&gt; 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 --&gt; 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评测维度优先级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图23-6: 评测优先级与依赖关系图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质量不可妥协：任何压缩比的提升不能以质量下降为代价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Before/After 对比：所有质量评测必须对比压缩前后的 LLM 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真实场景优先：Agent Trace 数据集的权重高于合成数据集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对抗思维：始终考虑最坏情况下的系统行为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持续评测：评测不是一次性活动，而是 CI/CD 的一部分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与现有基础设施的关系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现有组件 | 本方案扩展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evals/core.py | 新增 EfficiencyEvaluator / Robus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evals/metrics.py | 新增结构保留 / CCR 召回指标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evals/datasets.py | 新增合成数据集 / 对抗数据集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benchmarks/compression_benchma | 新增分算法延迟基准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benchmarks/headroom_adversaria | 扩展对抗样本类型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
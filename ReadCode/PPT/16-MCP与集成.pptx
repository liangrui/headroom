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第16篇：MCP与集成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MCP（Model Context Protocol）与集成层是其生态扩展的核心枢纽。通过 MCP 协议，Headroom 将上下文压缩、内容检索、会话统计等核心能力以工具（Tool）形式暴露给任何兼容 MCP 的 AI 编码工具——Claude Code、Cursor、Codex 等。与此同时，MCP 注册表（Registry）负责将 Headroom MCP 服务器自动注册到各 AI 工具的配置中，实现"一行命令安装"的零摩擦体验。在框架集成层面，Headroom 通过 ASGI 中间件、LiteLLM 回调、LangChain 适配器、Strands 集成以及 TypeScript SDK，将压缩能力渗透到 Python 和 JavaScript 生态的每一个角落。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分：MCP服务器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CCR MCP Server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[mcp_server.py](file:///workspace/headroom/ccr/mcp_server.py) L405-453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async def _retrieve_content(self, hash_key, query):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Check local store first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store = self._get_local_store()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query: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results = store.search(hash_key, query)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results: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{"hash": hash_key, "source": "local", ...}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entry = store.retrieve(hash_key)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entry: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{"hash": hash_key, "source": "local", ...}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Fall back to proxy if available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self.check_proxy and HTTPX_AVAILABLE: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result = await self._retrieve_via_proxy(hash_key, query)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"error" not in 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result["source"] = "proxy"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CCR MCP Server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[mcp_server.py](file:///workspace/headroom/ccr/mcp_server.py) L179-193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_append_shared_event(event):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SHARED_STATS_DIR.mkdir(parents=True, exist_ok=True)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event["pid"] = os.getpid()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line = json.dumps(event, separators=(",", ":")) + "\n"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with open(SHARED_STATS_FILE, "a") as f: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_HAS_FCNTL: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fcntl.flock(f, fcntl.LOCK_EX)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f.write(line)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_HAS_FCNTL: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fcntl.flock(f, fcntl.LOCK_UN)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CCR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CCR（Context Compression &amp; Retrieval）MCP Server 是 Headroom 对外暴露压缩能力的核心入口，定义在 mcp_server.py 中。它通过 stdio 传输运行，提供四个工具：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工具名 | 功能 | 关键参数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headroom_compress | 按需压缩内容 | content（必填）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headroom_retrieve | 按 hash 检索原始内容 | hash（必填）、query（可选）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headroom_stats | 会话压缩统计 | 无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headroom_read | 文件读取+缓存（Feature Flag） | file_path（必填）、fresh（可选）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核心类 HeadroomMCPServer 的设计遵循"本地优先、代理回退"原则：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[mcp_server.py](file:///workspace/headroom/ccr/mcp_server.py) L308-322</a:t>
            </a:r>
            <a:br/>
            <a:r>
              <a:t>class HeadroomMCPServer:</a:t>
            </a:r>
            <a:br/>
            <a:r>
              <a:t>    """MCP Server exposing Headroom's context engineering toolkit.</a:t>
            </a:r>
            <a:br/>
            <a:br/>
            <a:r>
              <a:t>    Modes:</a:t>
            </a:r>
            <a:br/>
            <a:r>
              <a:t>        Standalone: Compression + retrieval happen locally. No proxy needed.</a:t>
            </a:r>
            <a:br/>
            <a:r>
              <a:t>        With proxy: Retrieval also checks the proxy's compression store</a:t>
            </a:r>
            <a:br/>
            <a:r>
              <a:t>                   (for content compressed by the proxy's automatic pipeline).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检索流程的分层策略：先查本地 CompressionStore，再回退到代理 HTTP 端点：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跨进程统计聚合通过共享 JSONL 文件实现，支持主会话和子代理的统计合并：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Memory MCP Server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[mcp_server.py](file:///workspace/headroom/memory/mcp_server.py) L115-148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async def _warm_up_backend(backend, user_id):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await backend._ensure_initialized()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hm = backend._hierarchical_memory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Force-load the embedder now (not lazily on first search)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_dummy = await hm._embedder.embed("warmup")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Ensure ALL memories are in the vector index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all_memories = await backend.get_user_memories(user_id, limit=500)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memories_missing_embeddings = [mem for mem in all_memories if mem.embedding is None]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memories_missing_embeddings: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embeddings = await hm._embedder.embed_batch(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[mem.content for mem in memories_missing_embeddings]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for mem, embedding in zip(memories_missing_embeddings, embeddings):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mem.embedding = embedding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await hm._store.save_batch(memories_missing_embeddings)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Memory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Memory MCP Server 将 Headroom 的持久化记忆后端暴露为 MCP 工具，定义在 memory/mcp_server.py 中。它提供两个工具：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memory_search：语义搜索已存储的记忆，支持 top_k 参数控制返回数量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memory_save：保存原子化事实到持久化存储，支持自动替代（supersede）语义相似度 ≥ 0.70 的已有记忆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启动时预热嵌入模型并补全缺失向量的记忆条目：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分：MCP注册表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架构设计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MCPRegistrar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&lt;&lt;abstract&gt;&gt;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+display_name: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+detect()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+get_server(server_name) ServerSpec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+register_server(spec, force) RegisterResult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+unregister_server(server_name)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ClaudeRegistrar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 = "claude"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+display_name = "Claude Code"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-_claude_cli: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-_modern_config: Path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-_legacy_config: Path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+detect()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+register_server(spec, force) RegisterResult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-_register_via_cli(spec) RegisterResult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-_register_via_file(spec) RegisterResult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CodexRegistrar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 = "codex"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+display_name = "OpenAI Codex CLI"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-_config_file: Path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+detect()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+register_server(spec, force) RegisterResult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-_write_block(spec) RegisterResult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ServerSpec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+command: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+args: tuple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+env: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RegisterResult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60 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 注册表的核心设计思想是：MCP 协议本身是通用的，但每个 AI 工具发现 MCP 服务器的方式各不相同。因此，注册表采用策略模式，为每个 Agent 定义独立的 Registrar。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注册流程时序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CLI as headroom mcp install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Install as install_everywhere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Spec as build_headroom_spec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Claude as ClaudeRegistrar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Codex as CodexRegistrar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Ledger as mcp_installs.json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CLI-&gt;&gt;Install: install_everywhere(proxy_url)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Install-&gt;&gt;Spec: build_headroom_spec(proxy_url)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Spec--&gt;&gt;Install: ServerSpec(name="headroom", command="headroom", args=("mcp","serve"))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Install-&gt;&gt;Claude: detect()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Claude Code 已安装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Claude--&gt;&gt;Install: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Install-&gt;&gt;Claude: register_server(spec)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Claude-&gt;&gt;Claude: get_server("headroom")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alt 已存在且配置一致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Claude--&gt;&gt;Install: RegisterResult(ALREADY)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else 已存在但配置不同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Claude--&gt;&gt;Install: RegisterResult(MISMATCH)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else 不存在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Claude-&gt;&gt;Claude: _register_via_cli(spec) 或 _register_via_file(spec)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Claude--&gt;&gt;Install: RegisterResult(REGISTERED)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Claude Code 未安装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Claude--&gt;&gt;Install: False → RegisterResult(NOT_DETECTED)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Install-&gt;&gt;Codex: detect()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Codex CLI 已安装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Codex--&gt;&gt;Install: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Install-&gt;&gt;Codex: register_server(spec)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Codex-&gt;&gt;Codex: _write_block(spec) 写入 TOML 标记块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Codex--&gt;&gt;Install: RegisterResult(REGISTERED)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Codex CLI 未安装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Codex--&gt;&gt;Install: False → RegisterResult(NOT_DETECTED)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Install-&gt;&gt;Ledger: record_install(agent, spec)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41 行)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ClaudeRegistrar：双路径注册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[claude.py](file:///workspace/headroom/mcp_registry/claude.py) L109-129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_register_via_cli(self, spec):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cmd = [str(self._claude_cli), "mcp", "add", spec.name, "-s", "user"]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k, v in spec.env.items():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cmd += ["-e", f"{k}={v}"]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cmd += ["--", spec.command, *spec.args]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result = subprocess.run(cmd, capture_output=True, text=True)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result.returncode == 0: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RegisterResult(RegisterStatus.REGISTERED, "via `claude mcp add`")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CLI failed — try the file fallback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file_result = self._register_via_file(spec)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ClaudeRegistrar：双路径注册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ClaudeRegistrar 支持 CLI 和文件两种注册路径。优先使用 claude mcp add CLI 命令（现代 Claude Code 2.x），失败时回退到直接编辑 JSON 配置文件：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CodexRegistrar：标记块保护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CodexRegistrar 使用 TOML 标记块（marker-delimited block）来保护 Headroom 写入的配置段，避免误删用户手动配置的同名条目：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[codex.py](file:///workspace/headroom/mcp_registry/codex.py) L27-28</a:t>
            </a:r>
            <a:br/>
            <a:r>
              <a:t>_MARKER_START = "# --- Headroom MCP server ---"</a:t>
            </a:r>
            <a:br/>
            <a:r>
              <a:t>_MARKER_END = "# --- end Headroom MCP server ---"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安装账本（Ledger）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Ledger 记录 Headroom 代替用户安装的 MCP 服务器信息，通过 spec_fingerprint 确保卸载时只移除 Headroom 安装的条目：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[ledger.py](file:///workspace/headroom/mcp_registry/ledger.py) L29-38</a:t>
            </a:r>
            <a:br/>
            <a:r>
              <a:t>def spec_fingerprint(spec):</a:t>
            </a:r>
            <a:br/>
            <a:r>
              <a:t>    payload = {</a:t>
            </a:r>
            <a:br/>
            <a:r>
              <a:t>        "name": spec.name,</a:t>
            </a:r>
            <a:br/>
            <a:r>
              <a:t>        "command": spec.command,</a:t>
            </a:r>
            <a:br/>
            <a:r>
              <a:t>        "args": list(spec.args),</a:t>
            </a:r>
            <a:br/>
            <a:r>
              <a:t>        "env": dict(sorted(spec.env.items())),</a:t>
            </a:r>
            <a:br/>
            <a:r>
              <a:t>    }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分：框架集成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ASGI 中间件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CompressionMiddleware 是一个即插即用的 ASGI 中间件，支持 FastAPI、Starlette、LiteLLM Proxy 等任何 ASGI 应用。它拦截发往 LLM 端点的 POST 请求，压缩消息后转发，并在响应头中注入压缩指标：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[asgi.py](file:///workspace/headroom/integrations/asgi.py) L42-47</a:t>
            </a:r>
            <a:br/>
            <a:r>
              <a:t>_LLM_PATHS = (</a:t>
            </a:r>
            <a:br/>
            <a:r>
              <a:t>    "/v1/messages",          # Anthropic</a:t>
            </a:r>
            <a:br/>
            <a:r>
              <a:t>    "/v1/chat/completions",  # OpenAI</a:t>
            </a:r>
            <a:br/>
            <a:r>
              <a:t>    "/v1/responses",         # OpenAI Responses API</a:t>
            </a:r>
            <a:br/>
            <a:r>
              <a:t>    "/chat/completions",     # LiteLLM</a:t>
            </a:r>
            <a:br/>
            <a: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中间件支持本地和云端两种压缩模式，通过 api_key 参数切换：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[asgi.py](file:///workspace/headroom/integrations/asgi.py) L86-89</a:t>
            </a:r>
            <a:br/>
            <a:r>
              <a:t>@property</a:t>
            </a:r>
            <a:br/>
            <a:r>
              <a:t>def cloud_mode(self) -&gt; bool:</a:t>
            </a:r>
            <a:br/>
            <a:r>
              <a:t>    """Whether cloud compression is enabled."""</a:t>
            </a:r>
            <a:br/>
            <a:r>
              <a:t>    return self._api_key is not None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LiteLLM 回调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[litellm_callback.py](file:///workspace/headroom/integrations/litellm_callback.py) L84-122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async def async_pre_call_hook(self, user_api_key, data, call_type):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call_type not in ("completion", "acompletion"):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data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messages = data.get("messages", [])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 = data.get("model", "")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not messages: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data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self._api_key: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result = await self._cloud_compress(messages,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else: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result = self._local_compress(messages,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result and result.get("tokens_saved", 0) &gt; 0 and "messages" in 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data["messages"] = result["messages"]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self._total_saved += result["tokens_saved"]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LiteLLM 回调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HeadroomCallback 实现 LiteLLM 的 CustomLogger 接口（async_pre_call_hook），在每次 API 调用前压缩消息：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LangChain 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LangChain 集成提供了六种集成模式，覆盖聊天模型、记忆、检索器、Agent 工具、流式指标和 LangSmith 追踪：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集成类 | 功能 | 核心方法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HeadroomChatModel | 包装任意 BaseChatModel | invoke / ainvoke / astream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HeadroomChatMessageHistory | 自动压缩聊天历史 | compress_threshold_tokens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HeadroomDocumentCompressor | BM25 式文档过滤 | max_documents / min_relevance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wrap_tools_with_headroom | 工具输出压缩 | min_chars_to_compress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StreamingMetricsTracker | 流式指标追踪 | add_chunk / finish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Strands 集成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CompressionMiddleware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+app: ASGIApp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+cloud_mode: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+__call__(scope, receive, send)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-_local_compress(messages,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-_cloud_compress(messages,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HeadroomCallback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+total_tokens_saved: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+cloud_mode: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+async_pre_call_hook(user_api_key, data, call_type)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-_local_compress(messages,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-_cloud_compress(messages,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HeadroomChatModel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+wrapped_model: BaseChatModel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+invoke(input)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+ainvoke(input)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+astream(input)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+get_metrics()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HeadroomStrandsModel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+wrapped_model: Model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+total_tokens_saved: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+stream(messages)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+structured_output(schema, 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HeadroomHookProvider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+compress_tool_outputs: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+total_tokens_saved: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CompressionMiddleware --&gt; CompressionPipeline : 本地/云端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HeadroomCallback --&gt; CompressionPipeline : 本地/云端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HeadroomChatModel --&gt; CompressionPipeline : 本地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42 行)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Strands 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Strands 集成提供两种模式：模型包装（HeadroomStrandsModel）和 Hook 提供者（HeadroomHookProvider）。模型包装压缩完整消息列表，Hook 提供者压缩单个工具结果，两者可叠加使用获得最大节省。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分：TypeScript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TypeScript SDK（headroom-ai npm 包 v0.22.4）为 JavaScript/TypeScript 生态提供压缩能力，支持四种框架适配器：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导出路径 | 适配框架 | Peer 依赖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headroom-ai/vercel-ai | Vercel AI SDK | ai &gt;= 6.0.0, @ai-sdk/provider 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headroom-ai/openai | OpenAI SDK | openai &gt;= 4.0.0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headroom-ai/anthropic | Anthropic SDK | @anthropic-ai/sdk &gt;= 0.30.0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headroom-ai/gemini | Google Gemini | —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SDK 同时提供 ESM 和 CJS 双格式输出，通过 exports 字段的条件导出实现：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[json]: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// [package.json](file:///workspace/sdk/typescript/package.json) L14-25</a:t>
            </a:r>
            <a:br/>
            <a:r>
              <a:t>"exports": {</a:t>
            </a:r>
            <a:br/>
            <a:r>
              <a:t>    ".": {</a:t>
            </a:r>
            <a:br/>
            <a:r>
              <a:t>        "import": { "types": "./dist/index.d.ts", "default": "./dist/index.js" },</a:t>
            </a:r>
            <a:br/>
            <a:r>
              <a:t>        "require": { "types": "./dist/index.d.cts", "default": "./dist/index.cjs" }</a:t>
            </a:r>
            <a:br/>
            <a:r>
              <a:t>    },</a:t>
            </a:r>
            <a:br/>
            <a:r>
              <a:t>    "./vercel-ai": { ... },</a:t>
            </a:r>
            <a:br/>
            <a:r>
              <a:t>    "./openai": { ... },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所有 peer 依赖均为可选（"optional": true），确保用户只安装实际使用的框架依赖。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MCP 与集成层构建了一个从协议层到框架层、从 Python 到 TypeScript 的完整生态矩阵。其核心设计哲学可归纳为三点：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协议标准化：MCP 协议作为统一接口，让任何兼容工具都能零成本接入 Headroom 的压缩能力，而注册表系统则解决了"如何让工具发现 MCP 服务器"的最后一公里问题。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分层回退：从本地压缩到代理回退，从 CLI 注册到文件注册，从本地模式到云端模式，每一层都有优雅的降级策略，确保在任何环境下都能工作。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生态渗透：通过 ASGI 中间件、LiteLLM 回调、LangChain 适配器、Strands 集成和 TypeScript SDK，Headroom 的压缩能力可以嵌入到几乎所有主流 LLM 开发框架中，实现"一行代码接入"。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这张协作图揭示了 Headroom 集成架构的终极目标：无论用户使用什么工具、什么框架、什么语言，Headroom 都能以最小的侵入性提供上下文压缩能力。MCP 层服务 AI 编码工具，注册层解决自动发现，框架层覆盖 Python 应用开发，SDK 层覆盖 JavaScript/TypeScript 生态——四层协同，形成完整的集成闭环。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
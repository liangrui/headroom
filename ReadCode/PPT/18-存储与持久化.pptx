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第18篇：存储与持久化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97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Headroom 项目代码深度分析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总：概述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 的存储与持久化层是整个系统数据流转的基石。从 SDK 级别的请求指标存储，到代理级别的遥测数据管道，再到文件系统契约（Filesystem Contract）定义的路径规范，每一层都有明确的职责边界和实现选择。SDK 层提供 Storage 抽象基类和 SQLite/JSONL 两种后端实现，满足不同场景下的性能和可移植性需求；代理层通过 Supabase/PostgreSQL 构建云端遥测管道和仪表盘聚合；文件系统契约则统一了所有运行时状态的路径解析规则，确保跨平台、跨部署模式的一致性。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926080"/>
            <a:ext cx="13716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分：存储架构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Storage 抽象基类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[base.py](file:///workspace/headroom/storage/base.py) L13-124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class Storage(ABC):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"""Abstract base class for metrics storage."""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@abstractmethod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save(self, metrics: RequestMetrics) -&gt; None: ...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@abstractmethod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get(self, request_id: str) -&gt; RequestMetrics | None: ...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@abstractmethod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query(self, start_time, end_time, model, mode, limit, offset) -&gt; list[RequestMetrics]: ...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@abstractmethod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count(self, start_time, end_time, model, mode) -&gt; int: ...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@abstractmethod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iter_all(self) -&gt; Iterator[RequestMetrics]: ...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@abstractmethod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get_summary_stats(self, start_time, end_time) -&gt; dict[str, Any]: ...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close(self) -&gt; None: pass  # 可选关闭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__enter__(self) -&gt; Storage: return self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__exit__(self, exc_type, exc_val, exc_tb) -&gt; None: self.close()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Storage 抽象基类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base.py 定义了 SDK 级别的存储接口，包含七个抽象方法和上下文管理器支持：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接口设计的关键决策：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方法 | 用途 | 典型调用者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save | 写入单条指标 | 压缩管线完成后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get | 按 ID 精确查找 | 调试/审计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query | 多维过滤查询 | SDK get_metrics()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count | 统计匹配条数 | 分页/概览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iter_all | 全量遍历 | 批量导出/迁移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  ... 共 6 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类层次结构 — 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classDiagram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Storage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&lt;&lt;abstract&gt;&gt;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+save(metrics: RequestMetrics)*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+get(request_id: str) RequestMetrics*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+query(start_time, end_time, model, mode, limit, offset) list*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+count(start_time, end_time, model, mode) int*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+iter_all() Iterator*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+get_summary_stats(start_time, end_time) dict*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+close()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SQLiteStorage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+db_path: str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-_conn: sqlite3.Connection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-_ensure_db_exists()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-_get_conn() sqlite3.Connection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-_row_to_metrics(row) RequestMetrics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JSONLStorage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+file_path: str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-_ensure_file_exists()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-_metrics_to_dict(metrics) dict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-_dict_to_metrics(data) RequestMetrics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RequestMetrics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+request_id: str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+timestamp: datetime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+model: str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+tokens_input_before: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+tokens_input_after: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+tokens_output: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+block_breakdown: dict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+waste_signals: dict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+stable_prefix_hash: str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+cache_alignment_score: float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+cached_tokens: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+transforms_applied: list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... (共 49 行)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类层次结构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926080"/>
            <a:ext cx="13716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分：SQLite后端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表结构与索引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[sqlite.py](file:///workspace/headroom/storage/sqlite.py) L39-73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cursor.execute("""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CREATE TABLE IF NOT EXISTS requests 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id TEXT PRIMARY KEY,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timestamp TEXT NOT NULL,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model TEXT NOT NULL,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stream INTEGER NOT NULL,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mode TEXT NOT NULL,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tokens_input_before INTEGER NOT NULL,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tokens_input_after INTEGER NOT NULL,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tokens_output INTEGER,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block_breakdown TEXT NOT NULL,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waste_signals TEXT NOT NULL,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stable_prefix_hash TEXT,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cache_alignment_score REAL,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cached_tokens INTEGER,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transforms_applied TEXT NOT NULL,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tool_units_dropped INTEGER DEFAULT 0,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turns_dropped INTEGER DEFAULT 0,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messages_hash TEXT,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error TEXT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""")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索引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CREATE INDEX IF NOT EXISTS idx_timestamp ON requests(timestamp)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CREATE INDEX IF NOT EXISTS idx_model ON requests(model)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CREATE INDEX IF NOT EXISTS idx_mode ON requests(mode)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表结构与索引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SQLiteStorage 使用 SQLite 数据库存储请求指标，自动创建 requests 表和三个索引：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查询与聚合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[sqlite.py](file:///workspace/headroom/storage/sqlite.py) L136-171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def query(self, start_time=None, end_time=None, model=None, mode=None, limit=100, offset=0):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query = "SELECT * FROM requests WHERE 1=1"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params = []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if start_time is not None: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query += " AND timestamp &gt;= ?"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params.append(format_timestamp(start_time))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if end_time is not None: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query += " AND timestamp &lt;= ?"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params.append(format_timestamp(end_time))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if model is not None: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query += " AND model = ?"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params.append(model)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if mode is not None: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query += " AND mode = ?"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params.append(mode)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query += " ORDER BY timestamp DESC LIMIT ? OFFSET ?"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params.extend([limit, offset])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查询与聚合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[sqlite.py](file:///workspace/headroom/storage/sqlite.py) L232-260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SELECT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COUNT(*) as total_requests,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SUM(tokens_input_before) as total_tokens_before,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SUM(tokens_input_after) as total_tokens_after,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SUM(tokens_input_before - tokens_input_after) as total_tokens_saved,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AVG(tokens_input_before - tokens_input_after) as avg_tokens_saved,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AVG(cache_alignment_score) as avg_cache_alignment,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SUM(CASE WHEN mode = 'audit' THEN 1 ELSE 0 END) as audit_count,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SUM(CASE WHEN mode = 'optimize' THEN 1 ELSE 0 END) as optimize_count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FROM requests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{where_clause}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查询与聚合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SQLite 后端的 query 方法使用动态 SQL 构建，支持时间范围、模型、模式等多维过滤：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get_summary_stats 使用 SQL 聚合函数一次性计算所有统计指标：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连接管理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SQLite 后端采用延迟连接模式，首次访问时才建立数据库连接：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# [sqlite.py](file:///workspace/headroom/storage/sqlite.py) L77-82</a:t>
            </a:r>
            <a:br/>
            <a:r>
              <a:t>def _get_conn(self) -&gt; sqlite3.Connection:</a:t>
            </a:r>
            <a:br/>
            <a:r>
              <a:t>    if self._conn is None:</a:t>
            </a:r>
            <a:br/>
            <a:r>
              <a:t>        self._conn = sqlite3.connect(self.db_path)</a:t>
            </a:r>
            <a:br/>
            <a:r>
              <a:t>        self._conn.row_factory = sqlite3.Row</a:t>
            </a:r>
            <a:br/>
            <a:r>
              <a:t>    return self._conn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926080"/>
            <a:ext cx="13716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分：JSONL后端与CCR存储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JSONL 后端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[jsonl.py](file:///workspace/headroom/storage/jsonl.py) L157-172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def iter_all(self) -&gt; Iterator[RequestMetrics]: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if not Path(self.file_path).exists():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return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with open(self.file_path) as f: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for line in f: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line = line.strip()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if not line: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continue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try: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data = json.loads(line)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yield self._dict_to_metrics(data)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except json.JSONDecodeError: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continue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JSONL 后端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JSONLStorage 使用 JSONL（JSON Lines）格式存储指标，每行一条记录。它的设计哲学是"简单追加，全量扫描"：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# [jsonl.py](file:///workspace/headroom/storage/jsonl.py) L82-86</a:t>
            </a:r>
            <a:br/>
            <a:r>
              <a:t>def save(self, metrics: RequestMetrics) -&gt; None:</a:t>
            </a:r>
            <a:br/>
            <a:r>
              <a:t>    data = self._metrics_to_dict(metrics)</a:t>
            </a:r>
            <a:br/>
            <a:r>
              <a:t>    with open(self.file_path, "a") as f:</a:t>
            </a:r>
            <a:br/>
            <a:r>
              <a:t>        f.write(json.dumps(data) + "\n")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查询和统计操作需要全量遍历文件，适合写入频繁、查询较少的场景：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两种后端的对比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特性 | SQLiteStorage | JSONLStorage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写入性能 | 中等（需 commit） | 高（纯追加）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查询性能 | 高（索引加速） | 低（全量扫描）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聚合统计 | SQL 原生聚合 | Python 遍历累加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按 ID 查找 | O(log n) 索引 | O(n) 全量扫描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并发安全 | SQLite 内置锁 | 需外部锁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  ... 共 7 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CCR 存储与跨进程共享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[mcp_server.py](file:///workspace/headroom/ccr/mcp_server.py) L195-233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def _read_shared_events(window_seconds=SESSION_WINDOW_SECONDS):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cutoff = time.time() - window_seconds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events = []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keep_lines = []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for line in lines: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evt = json.loads(line)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if evt.get("timestamp", 0) &gt;= cutoff: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events.append(evt)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keep_lines.append(line + "\n")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Prune old entries (only if we dropped some)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if len(keep_lines) &lt; len(lines):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with open(SHARED_STATS_FILE, "w") as f: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fcntl.flock(f, fcntl.LOCK_EX)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f.writelines(keep_lines)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CCR 存储与跨进程共享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CCR MCP Server 中的 CompressionStore 使用内存 LRU 缓存 + 可选持久化，支持跨进程共享统计：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# [mcp_server.py](file:///workspace/headroom/ccr/mcp_server.py) L167-176</a:t>
            </a:r>
            <a:br/>
            <a:r>
              <a:t>MCP_SESSION_TTL = 3600  # 1 hour session TTL</a:t>
            </a:r>
            <a:br/>
            <a:br/>
            <a:r>
              <a:t>SHARED_STATS_DIR = _paths.workspace_dir()</a:t>
            </a:r>
            <a:br/>
            <a:r>
              <a:t>SHARED_STATS_FILE = _paths.session_stats_path()</a:t>
            </a:r>
            <a:br/>
            <a:r>
              <a:t>SESSION_WINDOW_SECONDS = 7200  # 2 hours pruning window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共享统计文件使用 fcntl.flock 实现跨进程互斥写入，并在读取时自动修剪过期条目：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代理遥测管道时序 — 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sequenceDiagram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Proxy as Headroom Proxy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Beacon as Telemetry Beacon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Supabase as Supabase/PostgreSQL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Cron as pg_cron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Dashboard as 公共仪表盘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Note over Proxy: 每次请求完成后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Proxy-&gt;&gt;Proxy: 收集指标&lt;br/&gt;(tokens_saved, cost_saved, etc.)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Note over Beacon: 定期（如每分钟）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Beacon-&gt;&gt;Beacon: 聚合会话指标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Beacon-&gt;&gt;Supabase: INSERT INTO proxy_telemetry_v2&lt;br/&gt;(session_id, tokens_saved, ...)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Note over Supabase: RLS: anon可INSERT+SELECT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Note over Cron: 每小时第7分钟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Cron-&gt;&gt;Supabase: SELECT refresh_dashboard_summary()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Supabase-&gt;&gt;Supabase: 聚合 proxy_telemetry_v2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Supabase-&gt;&gt;Supabase: 计算 daily/hourly/top_instances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Supabase-&gt;&gt;Supabase: UPSERT dashboard_summary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Dashboard-&gt;&gt;Supabase: SELECT * FROM dashboard_summary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Supabase--&gt;&gt;Dashboard: 聚合后的统计数据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云端遥测表结构 — 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-- [create_proxy_telemetry_v2.sql](file:///workspace/sql/create_proxy_telemetry_v2.sql) L5-53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CREATE TABLE IF NOT EXISTS proxy_telemetry_v2 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id uuid DEFAULT gen_random_uuid() PRIMARY KEY,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created_at timestamptz DEFAULT now() NOT NULL,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-- Core identity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session_id text NOT NULL,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instance_id text,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headroom_version text,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os text,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-- Effectiveness metrics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tokens_saved bigint,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requests integer,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compression_percent real,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cache_hit_rate real,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cost_saved_usd real,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-- Performance overhead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overhead_avg_ms real,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overhead_max_ms real,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ttfb_avg_ms real,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-- Pipeline timing (JSONB)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pipeline_timing jsonb,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-- CCR usage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ccr jsonb,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-- Waste signals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waste_signals jsonb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);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云端遥测表结构 — 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-- [create_dashboard_summary.sql](file:///workspace/sql/create_dashboard_summary.sql) L42-49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WITH instance_daily AS 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SELECT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instance_id,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created_at::date AS day,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MAX(COALESCE(tokens_saved, 0)) AS tokens_saved,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MAX(COALESCE(cost_saved_usd, 0)) AS cost_saved,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MAX(COALESCE(requests, 0)) AS requests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FROM proxy_telemetry_v2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GROUP BY instance_id, created_at::date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云端遥测表结构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proxy_telemetry_v2 表存储每个会话的遥测信标数据，包含核心身份、效果指标、性能开销、管线时序等维度：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dashboard_summary 表是一个单行聚合表，由 pg_cron 每小时刷新，使用 MAX-per-instance-per-day 策略避免信标累积计数器的重复计算：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926080"/>
            <a:ext cx="13716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分：文件系统契约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双根模型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filesystem-contract.md 定义了 Headroom 的双根路径模型：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变量 | 默认值 | 用途 | 访问模式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HEADROOM_CONFIG_DIR | ~/.headroom/config | 用户/管理员编写的配置 | 读多写少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HEADROOM_WORKSPACE_DIR | ~/.headroom | 代理和 CLI 写入的运行时状态 | 读写频繁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优先级解析链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每个资源的路径解析遵循三级优先级：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显式参数 → 每资源环境变量 → 从规范根派生 → 默认值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例如 proxy_savings.json 的解析：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HEADROOM_SAVINGS_PATH=/custom/savings.json → 直接使用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HEADROOM_WORKSPACE_DIR=/mnt/state → /mnt/state/proxy_savings.json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均未设置 → ~/.headroom/proxy_savings.json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工作区桶分配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资源 | 默认路径 | 旧环境变量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代理节省账本 | ${WORKSPACE_DIR}/proxy_savings | HEADROOM_SAVINGS_PATH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TOIN 遥测 | ${WORKSPACE_DIR}/toin.json | HEADROOM_TOIN_PATH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订阅追踪状态 | ${WORKSPACE_DIR}/subscription_ | HEADROOM_SUBSCRIPTION_STATE_PA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记忆 SQLite | ${WORKSPACE_DIR}/memory.db | CLI --memory-db-path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会话统计 JSONL | ${WORKSPACE_DIR}/session_stats | —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  ... 共 8 行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插件隔离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插件作者通过 paths 模块获取隔离的目录：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from headroom import paths</a:t>
            </a:r>
            <a:br/>
            <a:br/>
            <a:r>
              <a:t>cfg_dir = paths.plugin_config_dir("my-plugin")</a:t>
            </a:r>
            <a:br/>
            <a:r>
              <a:t># → ~/.headroom/config/plugins/my-plugin</a:t>
            </a:r>
            <a:br/>
            <a:br/>
            <a:r>
              <a:t>state_dir = paths.plugin_workspace_dir("my-plugin")</a:t>
            </a:r>
            <a:br/>
            <a:r>
              <a:t># → ~/.headroom/plugins/my-plugin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Docker 命名约定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HEADROOM_WORKSPACE（宿主侧绑定挂载）和 HEADROOM_WORKSPACE_DIR（容器内状态根）是两个不同的变量：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变量 | 作用域 | 含义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HEADROOM_WORKSPACE | 宿主侧（Docker） | 绑定挂载到容器的 /workspace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HEADROOM_WORKSPACE_DIR | 容器内 | Headroom 状态根，默认 /tmp/headroom-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总：总结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 的存储与持久化层遵循"接口统一、实现多样、路径规范"的设计哲学：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接口统一：Storage 抽象基类定义了七种操作，SQLite 和 JSONL 两种后端各有侧重——SQLite 适合长期运行和频繁查询，JSONL 适合追加为主的短期会话。上层代码无需关心底层实现。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云端管道：从代理信标到 Supabase 遥测表，再到 pg_cron 驱动的仪表盘聚合，构建了完整的"采集→存储→聚合→展示"管道。MAX-per-instance-per-day 策略优雅地解决了累积计数器的去重问题。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路径规范：双根模型 + 三级优先级解析链 + 插件隔离，确保所有运行时状态都有明确的存放位置，跨平台、跨部署模式保持一致，同时向后兼容所有旧环境变量。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这张协作图揭示了 Headroom 存储架构的分层设计：SDK 层关注单请求指标的读写，代理层关注会话级状态的持久化和跨进程共享，云端层关注多实例遥测的聚合和展示，文件系统层则统一了所有路径的解析规则。四层各司其职，通过文件系统契约这一"宪法"保持一致性——无论数据存储在内存、SQLite、JSONL 文件还是 Supabase 数据库中，其路径和行为都遵循同一套规范。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
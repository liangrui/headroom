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第09篇：Rust 核心实现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总——概述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项目的 Rust 重写是其性能演进的关键里程碑。从最初的纯 Python 实现，到逐步将热路径压缩器移植到 Rust，再到构建独立的 Rust 代理服务器，Headroom 形成了一个 Python-Rust 混合架构：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Python 层：负责代理服务器、API 适配、配置管理等高层逻辑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Rust 层：负责压缩算法、内容检测、token 计数等计算密集型任务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PyO3 桥接：通过 headroom._core 模块将 Rust 能力暴露给 Python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Rust 工作区包含四个 crate，各有明确职责：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Crate | 类型 | 职责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headroom-core | 库 | 核心类型、压缩算法、检测链、CCR 存储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headroom-proxy | 二进制 | 独立 Rust 代理服务器（axum）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headroom-py | cdylib | PyO3 绑定，暴露 headroom._core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headroom-parity | 库+CLI | Python-Rust 一致性测试框架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分——各 Crate 详解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一、headroom-core：核心库 — 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src/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lib.rs                    # crate入口，re-exports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auth_mode.rs              # 认证模式分类(PAYG/OAuth/Subscription)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cache_control.rs          # 缓存控制，compute_frozen_count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compression_policy.rs     # 压缩策略(按认证模式门控)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ccr/                      # CCR存储后端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mod.rs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backends/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    ├── in_memory.rs      # 内存后端(测试用)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    ├── sqlite.rs         # SQLite后端(生产默认)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    └── redis.rs          # Redis后端(多worker)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relevance/                # 相关性评分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base.rs               # Scorer trait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bm25.rs               # BM25评分器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embedding.rs          # BGE嵌入评分器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hybrid.rs             # 混合评分器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signals/                  # 信号检测系统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keyword_detector.rs   # aho-corasick关键词检测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line_importance.rs    # LineImportanceDetector trait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tiered.rs             # Tiered&lt;T&gt;组合器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tokenizer/                # Token计数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tiktoken_impl.rs      # tiktoken-rs实现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hf_impl.rs            # HuggingFace tokenizer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registry.rs           # 模型→计数器映射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└── transforms/               # 压缩变换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smart_crusher/        # SmartCrusher(含compaction子模块)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diff_compressor.rs    # DiffCompressor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log_compressor.rs     # LogCompressor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search_compressor.rs  # SearchCompressor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tag_protector.rs      # TagProtector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content_detector.rs   # 内容检测(Rust链)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magika_detector.rs    # Magika ML检测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unidiff_detector.rs   # unidiff检测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live_zone.rs          # Live-Zone调度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├── pipeline/             # 压缩管线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... (共 40 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headroom-core模块图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TB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headroom-core模块图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LIB[lib.rs&lt;br/&gt;crate入口]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AUTH[auth_mode.rs&lt;br/&gt;认证模式分类]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CACHE[cache_control.rs&lt;br/&gt;冻结计数计算]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POLICY[compression_policy.rs&lt;br/&gt;压缩策略门控]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CCR[ccr/&lt;br/&gt;CCR存储]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CCR_INMEM[InMemoryCcrStore]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CCR_SQLITE[SqliteCcrStore]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CCR_REDIS[RedisCcrStore]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REL[relevance/&lt;br/&gt;相关性评分]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REL_BM25[BM25]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REL_EMB[EmbeddingScorer]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REL_HYBRID[HybridScorer]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SIG[signals/&lt;br/&gt;信号检测]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SIG_KW[KeywordDetector&lt;br/&gt;aho-corasick]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SIG_TIER[Tiered&amp;lt;T&amp;gt;&lt;br/&gt;组合器]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TOK[tokenizer/&lt;br/&gt;Token计数]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TOK_TK[TiktokenCounter]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TOK_HF[HfTokenizer]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TX[transforms/&lt;br/&gt;压缩变换]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TX_SC[SmartCrusher]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TX_DC[DiffCompressor]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TX_LC[LogCompressor]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TX_SRC[SearchCompressor]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TX_TP[TagProtector]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TX_CD[ContentDetector]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TX_LZ[LiveZone调度]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TX_PIPE[Pipeline编排]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LIB --&gt; AUTH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LIB --&gt; CACHE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LIB --&gt; POLICY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LIB --&gt; CCR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... (共 68 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一、headroom-core：核心库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headroom-core 是整个 Rust 实现的基础 crate，包含所有压缩算法、检测链、CCR 存储和共享类型。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模块结构：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关键依赖（Cargo.toml）：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依赖 | 用途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tiktoken-rs | OpenAI BPE token 计数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tokenizers | HuggingFace 纯 Rust tokenizer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hf-hub | HuggingFace Hub 客户端（rustls，无 O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fastembed | BGE 嵌入模型（ONNX Runtime）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magika | Google ML 内容分类器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11 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二、headroom-proxy：代理服务器 — 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src/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main.rs                   # 入口，CLI解析，启动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lib.rs                    # 库入口，模块声明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proxy.rs                  # 核心路由与转发逻辑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config.rs                 # 配置(CLI参数+环境变量)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error.rs                  # 错误类型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headers.rs                # 请求/响应头处理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health.rs                 # /healthz 健康检查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websocket.rs              # WebSocket 代理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responses_items.rs        # OpenAI Responses 项目处理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bedrock/                  # AWS Bedrock 原生路由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invoke.rs             # InvokeModel 处理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invoke_streaming.rs   # 流式 InvokeModel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sigv4.rs              # SigV4 签名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envelope.rs           # 请求/响应封装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eventstream.rs        # EventStream 解析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eventstream_to_sse.rs # EventStream→SSE 转换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vertex/                   # GCP Vertex AI 路由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raw_predict.rs        # :rawPredict 处理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stream_raw_predict.rs # 流式 :streamRawPredict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adc.rs                # GCP ADC 认证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envelope.rs           # 请求封装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compression/              # 压缩调度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anthropic.rs          # Anthropic live-zone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live_zone_anthropic.rs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live_zone_openai.rs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live_zone_responses.rs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model_limits.rs       # 模型 token 限制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handlers/                 # HTTP 处理器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chat_completions.rs   # /v1/chat/completions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responses.rs          # /v1/responses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└── conversations.rs      # /v1/conversations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├── sse/                      # SSE 流处理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framing.rs            # SSE 帧解析器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│   ├── anthropic.rs          # Anthropic 状态机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... (共 48 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二、headroom-proxy：代理服务器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Client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Proxy as headroom-proxy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Auth as auth_mode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Comp as compression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Cache as cache_stabilization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Upstream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Client-&gt;&gt;Proxy: POST /v1/chat/completions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Proxy-&gt;&gt;Auth: classify_auth_mode(headers)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Auth--&gt;&gt;Proxy: AuthMode::Payg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Proxy-&gt;&gt;Proxy: CompressionPolicy::for_mode(Payg)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可压缩路径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Proxy-&gt;&gt;Proxy: 缓冲请求体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Proxy-&gt;&gt;Cache: 易变内容检测(只读)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Proxy-&gt;&gt;Cache: 漂移检测(只读)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Proxy-&gt;&gt;Comp: compress_openai_chat_request(body)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Comp--&gt;&gt;Proxy: Outcome::Compressed/NoCompression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alt PAYG + OpenAI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Proxy-&gt;&gt;Cache: 注入prompt_cache_key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Proxy-&gt;&gt;Upstream: 转发请求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Upstream--&gt;&gt;Proxy: SSE响应流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SSE响应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Proxy-&gt;&gt;Proxy: tee到状态机(遥测)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Proxy--&gt;&gt;Client: 流式转发(不阻塞)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非SSE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Proxy--&gt;&gt;Client: 直接转发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二、headroom-proxy：代理服务器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headroom-proxy 是一个基于 axum 的透明反向代理，可以独立部署在 Python 代理前面，处理 HTTP/SSE/WebSocket 流量。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模块结构：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核心请求处理流程：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proxy.rs 中的 forward_http() 函数是请求处理的核心：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认证模式分类：classify_auth_mode() 从请求头推断 PAYG/OAuth/Subscription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压缩策略解析：CompressionPolicy::for_mode() 根据认证模式确定压缩策略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压缩门控：检查是否为 POST + JSON + LLM 端点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请求体缓冲：对可压缩请求缓冲 body（流式请求直接转发）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缓存稳定化：运行易变内容检测和漂移检测（只读观察）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压缩调度：按端点分派到 Anthropic/OpenAI Chat/OpenAI Responses 压缩器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缓存 key 注入：PAYG 模式下自动注入 OpenAI prompt_cache_key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响应流式转发：SSE 响应 tee 到状态机进行遥测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路由表：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路径 | 方法 | 处理器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/healthz | GET | 健康检查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/healthz/upstream | GET | 上游可达性检查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/metrics | GET | Prometheus 指标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/v1/chat/completions | POST | OpenAI Chat 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/v1/responses | POST | OpenAI Responses 压缩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10 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三、headroom-py：PyO3 绑定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headroom-py 通过 PyO3 将 Rust 核心能力暴露为 Python 模块 headroom._core。它是 Python-Rust 混合架构的关键桥梁。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暴露的 Python 类和函数：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Python 名称 | Rust 来源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 | RustSmartCrusher | JSON 数组压缩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SmartCrusherConfig | RustSmartCrusherConfig | SmartCrusher 配置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CrushResult | RustCrushResult | 压缩结果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 | RustDiffCompressor | Diff 压缩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DiffCompressorConfig | DiffCompressorConfig | Diff 配置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19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GIL 释放模式：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所有计算密集型操作都通过 py.allow_threads() 释放 GIL，允许 Python 侧的 uvicorn worker 和 asyncio 任务在 Rust 计算期间继续运行：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[rust]: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fn crush(&amp;self, py: Python&lt;'_&gt;, content: &amp;str, query: &amp;str, bias: f64) -&gt; PyCrushResult {</a:t>
            </a:r>
            <a:br/>
            <a:r>
              <a:t>    let content = content.to_string();  // 复制输入，脱离GIL生命周期</a:t>
            </a:r>
            <a:br/>
            <a:r>
              <a:t>    let query = query.to_string();</a:t>
            </a:r>
            <a:br/>
            <a:r>
              <a:t>    let inner = py.allow_threads(|| self.inner.crush(&amp;content, &amp;query, bias));</a:t>
            </a:r>
            <a:br/>
            <a:r>
              <a:t>    PyCrushResult { inner }</a:t>
            </a:r>
            <a:br/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构建配置：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headroom-py/Cargo.toml 的关键配置：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[toml]: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[lib]</a:t>
            </a:r>
            <a:br/>
            <a:r>
              <a:t>name = "_core"</a:t>
            </a:r>
            <a:br/>
            <a:r>
              <a:t>crate-type = ["cdylib"]</a:t>
            </a:r>
            <a:br/>
            <a:r>
              <a:t>test = false    # cdylib无法独立运行cargo test</a:t>
            </a:r>
            <a:br/>
            <a:r>
              <a:t>doctest = false</a:t>
            </a:r>
            <a:br/>
            <a:r>
              <a:t>bench = false</a:t>
            </a:r>
            <a:br/>
            <a:br/>
            <a:r>
              <a:t>[features]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四、headroom-parity：一致性测试框架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headroom-parity 是 Rust 与 Python 实现之间的一致性验证框架，确保移植后的 Rust 代码产生与 Python 相同的输出。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核心抽象：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[rust]: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pub trait TransformComparator {</a:t>
            </a:r>
            <a:br/>
            <a:r>
              <a:t>    fn name(&amp;self) -&gt; &amp;str;</a:t>
            </a:r>
            <a:br/>
            <a:r>
              <a:t>    fn run(&amp;self, input: &amp;serde_json::Value, config: &amp;serde_json::Value)</a:t>
            </a:r>
            <a:br/>
            <a:r>
              <a:t>        -&gt; Result&lt;serde_json::Value&gt;;</a:t>
            </a:r>
            <a:br/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已实现的比较器：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比较器 | 状态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DiffCompressorComparator | ✅ 完整 | 驱动 Rust DiffCompressor 对比 fixt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TokenizerComparator | ✅ 完整 | tiktoken-rs vs Python tiktoken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SmartCrusherComparator | ✅ 完整 | 使用 without_compaction 匹配旧 fixt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ContentDetectorComparator | ✅ 完整 | Rust 检测链 vs Python 正则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LogCompressorComparator | ⏳ 存根 | Phase 0 存根，返回 Skipped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Fixture 格式：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[json]: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{</a:t>
            </a:r>
            <a:br/>
            <a:r>
              <a:t>  "transform": "diff_compressor",</a:t>
            </a:r>
            <a:br/>
            <a:r>
              <a:t>  "input": "...",</a:t>
            </a:r>
            <a:br/>
            <a:r>
              <a:t>  "config": {"max_context_lines": 2, ...},</a:t>
            </a:r>
            <a:br/>
            <a:r>
              <a:t>  "output": {"compressed": "...", "original_line_count": 100, ...},</a:t>
            </a:r>
            <a:br/>
            <a:r>
              <a:t>  "recorded_at": "2026-04-23T00:00:00Z",</a:t>
            </a:r>
            <a:br/>
            <a:r>
              <a:t>  "input_sha256": "deadbeef..."</a:t>
            </a:r>
            <a:br/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f64 归一化：compare_fixture() 通过 to_string + from_str 往返解决 serde_json 的 f64 精度不对称问题（json!(0.95) vs 从 JSON 解析的 0.9500000000000001）。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五、构建与发布 — toml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[workspace]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resolver = "2"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members = [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"crates/headroom-core",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"crates/headroom-proxy",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"crates/headroom-py",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"crates/headroom-parity",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default-members = [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"crates/headroom-core",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"crates/headroom-proxy",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"crates/headroom-parity",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# headroom-py 排除在 default-members 外，因为 cdylib 不能通过 cargo run 执行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五、构建与发布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工作区配置（Cargo.toml）：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Release 优化配置：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[toml]: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[profile.release]</a:t>
            </a:r>
            <a:br/>
            <a:r>
              <a:t>strip = "symbols"       # 剥离符号表，节省 ~6.4 MB</a:t>
            </a:r>
            <a:br/>
            <a:r>
              <a:t>lto = "thin"            # 跨 crate 链接时优化</a:t>
            </a:r>
            <a:br/>
            <a:r>
              <a:t>codegen-units = 1       # 单代码生成单元，更好的内联和死代码消除</a:t>
            </a:r>
            <a:br/>
            <a:r>
              <a:t># 注意：不设置 panic = "abort"，因为代理是长期运行的异步进程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此配置将 Linux wheel 从 ~18 MB 缩减至 ~10-11 MB，在 PyPI 10 GB 存储限制内多释放约 30+ 个版本槽位。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常用构建命令：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命令 | 说明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make test | cargo test --workspace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make test-parity | 构建 headroom-py + 运行 parity-run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make bench | cargo bench --workspace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make build-proxy | Release 构建 headroom-proxy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make build-wheel | maturin build --release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  ... 共 7 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CCR 后端选择：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后端 | 适用场景 | 持久化 | 多 worker 安全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InMemoryCcrStore | 测试、单 worker 原型 | 否 | 否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SqliteCcrStore（默认） | 单实例生产 | 是（文件） | 是（需 sticky session）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RedisCcrStore（可选） | 多主机/水平扩展 | 是（Redis） | 是（无需 sticky）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总——总结与交互架构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 Rust 核心实现体现了"渐进移植、混合运行、一致性保证"的工程策略：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渐进移植：从 DiffCompressor 开始，逐步将 SmartCrusher、SearchCompressor、LogCompressor、TagProtector 移植到 Rust，每次移植都通过 parity fixture 验证字节一致性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混合运行：Python 代理通过 PyO3 调用 Rust 压缩器，Rust 代理可独立部署，两种模式共享同一套核心算法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一致性保证：parity 框架持续验证 Rust 与 Python 的输出一致性，f64 归一化处理精度差异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总结：Headroom 的 Rust 核心实现不仅是性能优化，更是架构升级。通过将计算密集型任务下沉到 Rust，Headroom 获得了更好的并发性能（GIL 释放）、更低的内存占用（零拷贝解析）和更高的可靠性（编译时类型检查、Bug 修复）。PyO3 桥接层保持了 Python 生态的灵活性，而独立的 Rust 代理则为未来完全脱离 Python 运行铺平了道路。parity 框架确保了两种实现的一致性，使得渐进式迁移成为可能。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